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64" r:id="rId5"/>
    <p:sldId id="687" r:id="rId6"/>
    <p:sldId id="1167" r:id="rId7"/>
    <p:sldId id="1168" r:id="rId8"/>
    <p:sldId id="1169" r:id="rId9"/>
    <p:sldId id="1170" r:id="rId10"/>
    <p:sldId id="1171" r:id="rId11"/>
    <p:sldId id="1172" r:id="rId12"/>
    <p:sldId id="1173" r:id="rId13"/>
    <p:sldId id="1174" r:id="rId14"/>
    <p:sldId id="1175" r:id="rId15"/>
    <p:sldId id="1176" r:id="rId16"/>
    <p:sldId id="1177" r:id="rId17"/>
    <p:sldId id="1178" r:id="rId18"/>
    <p:sldId id="1179" r:id="rId19"/>
    <p:sldId id="1180" r:id="rId20"/>
    <p:sldId id="1181" r:id="rId21"/>
    <p:sldId id="1183" r:id="rId22"/>
    <p:sldId id="1182" r:id="rId23"/>
    <p:sldId id="1184" r:id="rId24"/>
    <p:sldId id="11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80D254-3098-4FD9-A9ED-0C370F758401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996ED0E2-C8A6-43F3-8BBA-A96D145747E0}">
      <dgm:prSet phldrT="[Text]" custT="1"/>
      <dgm:spPr/>
      <dgm:t>
        <a:bodyPr/>
        <a:lstStyle/>
        <a:p>
          <a:r>
            <a:rPr lang="en-US" sz="3200" dirty="0"/>
            <a:t>(A) Imposed Upon Manufacturer / Supplier</a:t>
          </a:r>
          <a:endParaRPr lang="en-IN" sz="3200" dirty="0"/>
        </a:p>
      </dgm:t>
    </dgm:pt>
    <dgm:pt modelId="{044E90A3-4CE3-495A-94FE-51AA42A613AD}" type="parTrans" cxnId="{0DC453FF-C4B0-4096-9EAF-52A1B50EE9FD}">
      <dgm:prSet/>
      <dgm:spPr/>
      <dgm:t>
        <a:bodyPr/>
        <a:lstStyle/>
        <a:p>
          <a:endParaRPr lang="en-IN"/>
        </a:p>
      </dgm:t>
    </dgm:pt>
    <dgm:pt modelId="{CE78BEC9-5F1D-4B55-A4D0-6B08203BFB97}" type="sibTrans" cxnId="{0DC453FF-C4B0-4096-9EAF-52A1B50EE9FD}">
      <dgm:prSet/>
      <dgm:spPr/>
      <dgm:t>
        <a:bodyPr/>
        <a:lstStyle/>
        <a:p>
          <a:endParaRPr lang="en-IN"/>
        </a:p>
      </dgm:t>
    </dgm:pt>
    <dgm:pt modelId="{46C7718A-B075-407E-9B7F-4A49044203A2}">
      <dgm:prSet phldrT="[Text]" custT="1"/>
      <dgm:spPr/>
      <dgm:t>
        <a:bodyPr/>
        <a:lstStyle/>
        <a:p>
          <a:r>
            <a:rPr lang="en-US" sz="2800" dirty="0"/>
            <a:t>Regulatory</a:t>
          </a:r>
          <a:endParaRPr lang="en-IN" sz="2800" dirty="0"/>
        </a:p>
      </dgm:t>
    </dgm:pt>
    <dgm:pt modelId="{F6B8A944-07F7-4A53-B5AE-67639921C14A}" type="parTrans" cxnId="{81995A81-AC93-4B59-8BB1-D19045FD1E75}">
      <dgm:prSet/>
      <dgm:spPr/>
      <dgm:t>
        <a:bodyPr/>
        <a:lstStyle/>
        <a:p>
          <a:endParaRPr lang="en-IN"/>
        </a:p>
      </dgm:t>
    </dgm:pt>
    <dgm:pt modelId="{F163DC8D-3698-4EC2-A202-C38CA253338B}" type="sibTrans" cxnId="{81995A81-AC93-4B59-8BB1-D19045FD1E75}">
      <dgm:prSet/>
      <dgm:spPr/>
      <dgm:t>
        <a:bodyPr/>
        <a:lstStyle/>
        <a:p>
          <a:endParaRPr lang="en-IN"/>
        </a:p>
      </dgm:t>
    </dgm:pt>
    <dgm:pt modelId="{FDB3B69B-0EA8-4AD4-A792-6637100705C8}">
      <dgm:prSet phldrT="[Text]" custT="1"/>
      <dgm:spPr/>
      <dgm:t>
        <a:bodyPr/>
        <a:lstStyle/>
        <a:p>
          <a:r>
            <a:rPr lang="en-US" sz="2800" dirty="0"/>
            <a:t>Customer or Potential Customer</a:t>
          </a:r>
          <a:endParaRPr lang="en-IN" sz="2800" dirty="0"/>
        </a:p>
      </dgm:t>
    </dgm:pt>
    <dgm:pt modelId="{C111A23D-DA46-45CD-A728-F0501FBA7034}" type="parTrans" cxnId="{53097797-EE31-4A82-9DAF-B3AB2935677F}">
      <dgm:prSet/>
      <dgm:spPr/>
      <dgm:t>
        <a:bodyPr/>
        <a:lstStyle/>
        <a:p>
          <a:endParaRPr lang="en-IN"/>
        </a:p>
      </dgm:t>
    </dgm:pt>
    <dgm:pt modelId="{4D6D5B27-0EC5-476D-B6CE-DDB9B42C473D}" type="sibTrans" cxnId="{53097797-EE31-4A82-9DAF-B3AB2935677F}">
      <dgm:prSet/>
      <dgm:spPr/>
      <dgm:t>
        <a:bodyPr/>
        <a:lstStyle/>
        <a:p>
          <a:endParaRPr lang="en-IN"/>
        </a:p>
      </dgm:t>
    </dgm:pt>
    <dgm:pt modelId="{92B9DBBE-1E6A-419C-ACAC-DB3D1696E200}">
      <dgm:prSet phldrT="[Text]" custT="1"/>
      <dgm:spPr/>
      <dgm:t>
        <a:bodyPr/>
        <a:lstStyle/>
        <a:p>
          <a:r>
            <a:rPr lang="en-US" sz="2800" dirty="0"/>
            <a:t>Third party (on behalf of customer)</a:t>
          </a:r>
          <a:endParaRPr lang="en-IN" sz="2800" dirty="0"/>
        </a:p>
      </dgm:t>
    </dgm:pt>
    <dgm:pt modelId="{24E0CC51-D1DC-477C-8B58-E8C290EE2563}" type="parTrans" cxnId="{8377047A-6440-4C4C-B4C3-95ADA991D15D}">
      <dgm:prSet/>
      <dgm:spPr/>
      <dgm:t>
        <a:bodyPr/>
        <a:lstStyle/>
        <a:p>
          <a:endParaRPr lang="en-IN"/>
        </a:p>
      </dgm:t>
    </dgm:pt>
    <dgm:pt modelId="{7D3EF775-F0C2-4486-9BA7-3133A5861230}" type="sibTrans" cxnId="{8377047A-6440-4C4C-B4C3-95ADA991D15D}">
      <dgm:prSet/>
      <dgm:spPr/>
      <dgm:t>
        <a:bodyPr/>
        <a:lstStyle/>
        <a:p>
          <a:endParaRPr lang="en-IN"/>
        </a:p>
      </dgm:t>
    </dgm:pt>
    <dgm:pt modelId="{B8FD36DC-D8B4-4E1A-A11C-0B8A87575540}" type="pres">
      <dgm:prSet presAssocID="{3F80D254-3098-4FD9-A9ED-0C370F75840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80FBED-FE4F-48B1-96E1-6C6F775E3378}" type="pres">
      <dgm:prSet presAssocID="{996ED0E2-C8A6-43F3-8BBA-A96D145747E0}" presName="hierRoot1" presStyleCnt="0">
        <dgm:presLayoutVars>
          <dgm:hierBranch val="init"/>
        </dgm:presLayoutVars>
      </dgm:prSet>
      <dgm:spPr/>
    </dgm:pt>
    <dgm:pt modelId="{781A5EEB-CB45-4CEB-9FCF-A6171DA58732}" type="pres">
      <dgm:prSet presAssocID="{996ED0E2-C8A6-43F3-8BBA-A96D145747E0}" presName="rootComposite1" presStyleCnt="0"/>
      <dgm:spPr/>
    </dgm:pt>
    <dgm:pt modelId="{D5A2CB43-E9E1-4C78-93B8-1B834ED8100A}" type="pres">
      <dgm:prSet presAssocID="{996ED0E2-C8A6-43F3-8BBA-A96D145747E0}" presName="rootText1" presStyleLbl="node0" presStyleIdx="0" presStyleCnt="1" custScaleX="134545" custScaleY="111606">
        <dgm:presLayoutVars>
          <dgm:chPref val="3"/>
        </dgm:presLayoutVars>
      </dgm:prSet>
      <dgm:spPr/>
    </dgm:pt>
    <dgm:pt modelId="{06DF10CA-13A5-4DF0-B9D1-2780D27C67C8}" type="pres">
      <dgm:prSet presAssocID="{996ED0E2-C8A6-43F3-8BBA-A96D145747E0}" presName="rootConnector1" presStyleLbl="node1" presStyleIdx="0" presStyleCnt="0"/>
      <dgm:spPr/>
    </dgm:pt>
    <dgm:pt modelId="{215D724E-6B65-4E5D-B013-CDCECF294CA3}" type="pres">
      <dgm:prSet presAssocID="{996ED0E2-C8A6-43F3-8BBA-A96D145747E0}" presName="hierChild2" presStyleCnt="0"/>
      <dgm:spPr/>
    </dgm:pt>
    <dgm:pt modelId="{F0339F59-5DEB-44E7-A62D-2E65D7DBE73A}" type="pres">
      <dgm:prSet presAssocID="{F6B8A944-07F7-4A53-B5AE-67639921C14A}" presName="Name37" presStyleLbl="parChTrans1D2" presStyleIdx="0" presStyleCnt="3"/>
      <dgm:spPr/>
    </dgm:pt>
    <dgm:pt modelId="{2965FC8B-CFF5-47CF-BF68-E2AB7CF579DD}" type="pres">
      <dgm:prSet presAssocID="{46C7718A-B075-407E-9B7F-4A49044203A2}" presName="hierRoot2" presStyleCnt="0">
        <dgm:presLayoutVars>
          <dgm:hierBranch val="init"/>
        </dgm:presLayoutVars>
      </dgm:prSet>
      <dgm:spPr/>
    </dgm:pt>
    <dgm:pt modelId="{8698C8CC-2404-4005-B58D-6FA383082906}" type="pres">
      <dgm:prSet presAssocID="{46C7718A-B075-407E-9B7F-4A49044203A2}" presName="rootComposite" presStyleCnt="0"/>
      <dgm:spPr/>
    </dgm:pt>
    <dgm:pt modelId="{261186B7-DA0B-4CA8-AE90-42DD9BE2968A}" type="pres">
      <dgm:prSet presAssocID="{46C7718A-B075-407E-9B7F-4A49044203A2}" presName="rootText" presStyleLbl="node2" presStyleIdx="0" presStyleCnt="3">
        <dgm:presLayoutVars>
          <dgm:chPref val="3"/>
        </dgm:presLayoutVars>
      </dgm:prSet>
      <dgm:spPr/>
    </dgm:pt>
    <dgm:pt modelId="{6569E745-9AA5-445F-B3E2-493FD0D0AAAF}" type="pres">
      <dgm:prSet presAssocID="{46C7718A-B075-407E-9B7F-4A49044203A2}" presName="rootConnector" presStyleLbl="node2" presStyleIdx="0" presStyleCnt="3"/>
      <dgm:spPr/>
    </dgm:pt>
    <dgm:pt modelId="{392D009C-A8E7-4E9B-9799-2252EE21E1D3}" type="pres">
      <dgm:prSet presAssocID="{46C7718A-B075-407E-9B7F-4A49044203A2}" presName="hierChild4" presStyleCnt="0"/>
      <dgm:spPr/>
    </dgm:pt>
    <dgm:pt modelId="{C35FB349-0EB1-41A0-8C58-855A1B957D68}" type="pres">
      <dgm:prSet presAssocID="{46C7718A-B075-407E-9B7F-4A49044203A2}" presName="hierChild5" presStyleCnt="0"/>
      <dgm:spPr/>
    </dgm:pt>
    <dgm:pt modelId="{0FD01BF1-1FFF-48AC-81C8-27674214837B}" type="pres">
      <dgm:prSet presAssocID="{C111A23D-DA46-45CD-A728-F0501FBA7034}" presName="Name37" presStyleLbl="parChTrans1D2" presStyleIdx="1" presStyleCnt="3"/>
      <dgm:spPr/>
    </dgm:pt>
    <dgm:pt modelId="{3F4D41A5-D2D8-442D-85AD-7F4AC49245DD}" type="pres">
      <dgm:prSet presAssocID="{FDB3B69B-0EA8-4AD4-A792-6637100705C8}" presName="hierRoot2" presStyleCnt="0">
        <dgm:presLayoutVars>
          <dgm:hierBranch val="init"/>
        </dgm:presLayoutVars>
      </dgm:prSet>
      <dgm:spPr/>
    </dgm:pt>
    <dgm:pt modelId="{CA6861F1-C67D-4536-B8A5-134F7D8E5CFC}" type="pres">
      <dgm:prSet presAssocID="{FDB3B69B-0EA8-4AD4-A792-6637100705C8}" presName="rootComposite" presStyleCnt="0"/>
      <dgm:spPr/>
    </dgm:pt>
    <dgm:pt modelId="{75C0C9AD-5C27-43F8-B3CA-97CCA929F387}" type="pres">
      <dgm:prSet presAssocID="{FDB3B69B-0EA8-4AD4-A792-6637100705C8}" presName="rootText" presStyleLbl="node2" presStyleIdx="1" presStyleCnt="3" custScaleX="116110" custScaleY="100148">
        <dgm:presLayoutVars>
          <dgm:chPref val="3"/>
        </dgm:presLayoutVars>
      </dgm:prSet>
      <dgm:spPr/>
    </dgm:pt>
    <dgm:pt modelId="{655D97A3-C445-4ABA-90C0-ED7336A01B30}" type="pres">
      <dgm:prSet presAssocID="{FDB3B69B-0EA8-4AD4-A792-6637100705C8}" presName="rootConnector" presStyleLbl="node2" presStyleIdx="1" presStyleCnt="3"/>
      <dgm:spPr/>
    </dgm:pt>
    <dgm:pt modelId="{71DF33B8-51DA-43C3-9098-A1AE0420EC7C}" type="pres">
      <dgm:prSet presAssocID="{FDB3B69B-0EA8-4AD4-A792-6637100705C8}" presName="hierChild4" presStyleCnt="0"/>
      <dgm:spPr/>
    </dgm:pt>
    <dgm:pt modelId="{5561E4D0-4359-4DCA-99E0-7D29DF2A9B6E}" type="pres">
      <dgm:prSet presAssocID="{FDB3B69B-0EA8-4AD4-A792-6637100705C8}" presName="hierChild5" presStyleCnt="0"/>
      <dgm:spPr/>
    </dgm:pt>
    <dgm:pt modelId="{969502BB-2500-4F7E-AEA9-0ABD5501F88D}" type="pres">
      <dgm:prSet presAssocID="{24E0CC51-D1DC-477C-8B58-E8C290EE2563}" presName="Name37" presStyleLbl="parChTrans1D2" presStyleIdx="2" presStyleCnt="3"/>
      <dgm:spPr/>
    </dgm:pt>
    <dgm:pt modelId="{F73A8C0F-779B-4E3F-85D9-1D95764CA2C0}" type="pres">
      <dgm:prSet presAssocID="{92B9DBBE-1E6A-419C-ACAC-DB3D1696E200}" presName="hierRoot2" presStyleCnt="0">
        <dgm:presLayoutVars>
          <dgm:hierBranch val="init"/>
        </dgm:presLayoutVars>
      </dgm:prSet>
      <dgm:spPr/>
    </dgm:pt>
    <dgm:pt modelId="{2E64D491-7B08-4F06-AC03-3F3670B72456}" type="pres">
      <dgm:prSet presAssocID="{92B9DBBE-1E6A-419C-ACAC-DB3D1696E200}" presName="rootComposite" presStyleCnt="0"/>
      <dgm:spPr/>
    </dgm:pt>
    <dgm:pt modelId="{79B6EE04-EDDD-4CAE-8C9A-7C65EBBCA26F}" type="pres">
      <dgm:prSet presAssocID="{92B9DBBE-1E6A-419C-ACAC-DB3D1696E200}" presName="rootText" presStyleLbl="node2" presStyleIdx="2" presStyleCnt="3">
        <dgm:presLayoutVars>
          <dgm:chPref val="3"/>
        </dgm:presLayoutVars>
      </dgm:prSet>
      <dgm:spPr/>
    </dgm:pt>
    <dgm:pt modelId="{71D43BA8-8C66-45E2-A5FF-73F5509D7029}" type="pres">
      <dgm:prSet presAssocID="{92B9DBBE-1E6A-419C-ACAC-DB3D1696E200}" presName="rootConnector" presStyleLbl="node2" presStyleIdx="2" presStyleCnt="3"/>
      <dgm:spPr/>
    </dgm:pt>
    <dgm:pt modelId="{70FAFF29-F91D-4F23-A3B4-A15337C2686C}" type="pres">
      <dgm:prSet presAssocID="{92B9DBBE-1E6A-419C-ACAC-DB3D1696E200}" presName="hierChild4" presStyleCnt="0"/>
      <dgm:spPr/>
    </dgm:pt>
    <dgm:pt modelId="{6127B564-BC38-4101-A355-091F7710CEFC}" type="pres">
      <dgm:prSet presAssocID="{92B9DBBE-1E6A-419C-ACAC-DB3D1696E200}" presName="hierChild5" presStyleCnt="0"/>
      <dgm:spPr/>
    </dgm:pt>
    <dgm:pt modelId="{B404AD9A-571B-4AB5-B030-76403AA77BEE}" type="pres">
      <dgm:prSet presAssocID="{996ED0E2-C8A6-43F3-8BBA-A96D145747E0}" presName="hierChild3" presStyleCnt="0"/>
      <dgm:spPr/>
    </dgm:pt>
  </dgm:ptLst>
  <dgm:cxnLst>
    <dgm:cxn modelId="{E69A1826-8F72-4C3D-8D97-16F45E769AF8}" type="presOf" srcId="{F6B8A944-07F7-4A53-B5AE-67639921C14A}" destId="{F0339F59-5DEB-44E7-A62D-2E65D7DBE73A}" srcOrd="0" destOrd="0" presId="urn:microsoft.com/office/officeart/2005/8/layout/orgChart1"/>
    <dgm:cxn modelId="{B8EF635B-FF20-4630-AC9C-BC7C9B407991}" type="presOf" srcId="{FDB3B69B-0EA8-4AD4-A792-6637100705C8}" destId="{75C0C9AD-5C27-43F8-B3CA-97CCA929F387}" srcOrd="0" destOrd="0" presId="urn:microsoft.com/office/officeart/2005/8/layout/orgChart1"/>
    <dgm:cxn modelId="{179DA644-4223-4AFC-BF24-101106D352C3}" type="presOf" srcId="{92B9DBBE-1E6A-419C-ACAC-DB3D1696E200}" destId="{79B6EE04-EDDD-4CAE-8C9A-7C65EBBCA26F}" srcOrd="0" destOrd="0" presId="urn:microsoft.com/office/officeart/2005/8/layout/orgChart1"/>
    <dgm:cxn modelId="{871C9265-B2ED-47DC-898B-29271A4FF0E7}" type="presOf" srcId="{24E0CC51-D1DC-477C-8B58-E8C290EE2563}" destId="{969502BB-2500-4F7E-AEA9-0ABD5501F88D}" srcOrd="0" destOrd="0" presId="urn:microsoft.com/office/officeart/2005/8/layout/orgChart1"/>
    <dgm:cxn modelId="{9CB16077-7268-4296-B1D0-AAF1DE9B34D1}" type="presOf" srcId="{46C7718A-B075-407E-9B7F-4A49044203A2}" destId="{6569E745-9AA5-445F-B3E2-493FD0D0AAAF}" srcOrd="1" destOrd="0" presId="urn:microsoft.com/office/officeart/2005/8/layout/orgChart1"/>
    <dgm:cxn modelId="{8377047A-6440-4C4C-B4C3-95ADA991D15D}" srcId="{996ED0E2-C8A6-43F3-8BBA-A96D145747E0}" destId="{92B9DBBE-1E6A-419C-ACAC-DB3D1696E200}" srcOrd="2" destOrd="0" parTransId="{24E0CC51-D1DC-477C-8B58-E8C290EE2563}" sibTransId="{7D3EF775-F0C2-4486-9BA7-3133A5861230}"/>
    <dgm:cxn modelId="{CFBB205A-9ED4-44EE-9F03-FD5399EB0656}" type="presOf" srcId="{FDB3B69B-0EA8-4AD4-A792-6637100705C8}" destId="{655D97A3-C445-4ABA-90C0-ED7336A01B30}" srcOrd="1" destOrd="0" presId="urn:microsoft.com/office/officeart/2005/8/layout/orgChart1"/>
    <dgm:cxn modelId="{81995A81-AC93-4B59-8BB1-D19045FD1E75}" srcId="{996ED0E2-C8A6-43F3-8BBA-A96D145747E0}" destId="{46C7718A-B075-407E-9B7F-4A49044203A2}" srcOrd="0" destOrd="0" parTransId="{F6B8A944-07F7-4A53-B5AE-67639921C14A}" sibTransId="{F163DC8D-3698-4EC2-A202-C38CA253338B}"/>
    <dgm:cxn modelId="{3E87FA94-1E86-4CA3-B2EC-1531942E0291}" type="presOf" srcId="{C111A23D-DA46-45CD-A728-F0501FBA7034}" destId="{0FD01BF1-1FFF-48AC-81C8-27674214837B}" srcOrd="0" destOrd="0" presId="urn:microsoft.com/office/officeart/2005/8/layout/orgChart1"/>
    <dgm:cxn modelId="{53097797-EE31-4A82-9DAF-B3AB2935677F}" srcId="{996ED0E2-C8A6-43F3-8BBA-A96D145747E0}" destId="{FDB3B69B-0EA8-4AD4-A792-6637100705C8}" srcOrd="1" destOrd="0" parTransId="{C111A23D-DA46-45CD-A728-F0501FBA7034}" sibTransId="{4D6D5B27-0EC5-476D-B6CE-DDB9B42C473D}"/>
    <dgm:cxn modelId="{4DA383A0-AE6F-4406-A5CA-8F14EB222FE2}" type="presOf" srcId="{996ED0E2-C8A6-43F3-8BBA-A96D145747E0}" destId="{D5A2CB43-E9E1-4C78-93B8-1B834ED8100A}" srcOrd="0" destOrd="0" presId="urn:microsoft.com/office/officeart/2005/8/layout/orgChart1"/>
    <dgm:cxn modelId="{C8CA81B3-2DC2-4A62-A414-096AC3B9917F}" type="presOf" srcId="{46C7718A-B075-407E-9B7F-4A49044203A2}" destId="{261186B7-DA0B-4CA8-AE90-42DD9BE2968A}" srcOrd="0" destOrd="0" presId="urn:microsoft.com/office/officeart/2005/8/layout/orgChart1"/>
    <dgm:cxn modelId="{5805CCBC-16CF-4A15-A505-6C555DE0F46C}" type="presOf" srcId="{996ED0E2-C8A6-43F3-8BBA-A96D145747E0}" destId="{06DF10CA-13A5-4DF0-B9D1-2780D27C67C8}" srcOrd="1" destOrd="0" presId="urn:microsoft.com/office/officeart/2005/8/layout/orgChart1"/>
    <dgm:cxn modelId="{3A8627C9-7709-4672-A0A8-03FCAE8DB22C}" type="presOf" srcId="{3F80D254-3098-4FD9-A9ED-0C370F758401}" destId="{B8FD36DC-D8B4-4E1A-A11C-0B8A87575540}" srcOrd="0" destOrd="0" presId="urn:microsoft.com/office/officeart/2005/8/layout/orgChart1"/>
    <dgm:cxn modelId="{06123BEB-48A3-4510-A8D3-9DCEEE2CE7D0}" type="presOf" srcId="{92B9DBBE-1E6A-419C-ACAC-DB3D1696E200}" destId="{71D43BA8-8C66-45E2-A5FF-73F5509D7029}" srcOrd="1" destOrd="0" presId="urn:microsoft.com/office/officeart/2005/8/layout/orgChart1"/>
    <dgm:cxn modelId="{0DC453FF-C4B0-4096-9EAF-52A1B50EE9FD}" srcId="{3F80D254-3098-4FD9-A9ED-0C370F758401}" destId="{996ED0E2-C8A6-43F3-8BBA-A96D145747E0}" srcOrd="0" destOrd="0" parTransId="{044E90A3-4CE3-495A-94FE-51AA42A613AD}" sibTransId="{CE78BEC9-5F1D-4B55-A4D0-6B08203BFB97}"/>
    <dgm:cxn modelId="{F760CB53-72B3-44FE-9C00-5A8DDD6D90D8}" type="presParOf" srcId="{B8FD36DC-D8B4-4E1A-A11C-0B8A87575540}" destId="{3080FBED-FE4F-48B1-96E1-6C6F775E3378}" srcOrd="0" destOrd="0" presId="urn:microsoft.com/office/officeart/2005/8/layout/orgChart1"/>
    <dgm:cxn modelId="{B7DFB6D8-2B16-42CB-BFC4-BFF4C7A7FBF6}" type="presParOf" srcId="{3080FBED-FE4F-48B1-96E1-6C6F775E3378}" destId="{781A5EEB-CB45-4CEB-9FCF-A6171DA58732}" srcOrd="0" destOrd="0" presId="urn:microsoft.com/office/officeart/2005/8/layout/orgChart1"/>
    <dgm:cxn modelId="{F7536A2D-7539-40D5-A274-2863952F2846}" type="presParOf" srcId="{781A5EEB-CB45-4CEB-9FCF-A6171DA58732}" destId="{D5A2CB43-E9E1-4C78-93B8-1B834ED8100A}" srcOrd="0" destOrd="0" presId="urn:microsoft.com/office/officeart/2005/8/layout/orgChart1"/>
    <dgm:cxn modelId="{3BE41610-E592-485B-8AE7-13A24AFA5A33}" type="presParOf" srcId="{781A5EEB-CB45-4CEB-9FCF-A6171DA58732}" destId="{06DF10CA-13A5-4DF0-B9D1-2780D27C67C8}" srcOrd="1" destOrd="0" presId="urn:microsoft.com/office/officeart/2005/8/layout/orgChart1"/>
    <dgm:cxn modelId="{4C56852E-AB51-449B-9FC0-5D038F335918}" type="presParOf" srcId="{3080FBED-FE4F-48B1-96E1-6C6F775E3378}" destId="{215D724E-6B65-4E5D-B013-CDCECF294CA3}" srcOrd="1" destOrd="0" presId="urn:microsoft.com/office/officeart/2005/8/layout/orgChart1"/>
    <dgm:cxn modelId="{29946E9A-D840-46B8-B309-238D24C22CF0}" type="presParOf" srcId="{215D724E-6B65-4E5D-B013-CDCECF294CA3}" destId="{F0339F59-5DEB-44E7-A62D-2E65D7DBE73A}" srcOrd="0" destOrd="0" presId="urn:microsoft.com/office/officeart/2005/8/layout/orgChart1"/>
    <dgm:cxn modelId="{96980046-AD10-4FBF-97AD-2AE097258481}" type="presParOf" srcId="{215D724E-6B65-4E5D-B013-CDCECF294CA3}" destId="{2965FC8B-CFF5-47CF-BF68-E2AB7CF579DD}" srcOrd="1" destOrd="0" presId="urn:microsoft.com/office/officeart/2005/8/layout/orgChart1"/>
    <dgm:cxn modelId="{F84DCEAC-4FED-42C8-B26F-71FBD166A121}" type="presParOf" srcId="{2965FC8B-CFF5-47CF-BF68-E2AB7CF579DD}" destId="{8698C8CC-2404-4005-B58D-6FA383082906}" srcOrd="0" destOrd="0" presId="urn:microsoft.com/office/officeart/2005/8/layout/orgChart1"/>
    <dgm:cxn modelId="{3D9C554C-7D7E-4A25-A9DC-3D07F04C4EF5}" type="presParOf" srcId="{8698C8CC-2404-4005-B58D-6FA383082906}" destId="{261186B7-DA0B-4CA8-AE90-42DD9BE2968A}" srcOrd="0" destOrd="0" presId="urn:microsoft.com/office/officeart/2005/8/layout/orgChart1"/>
    <dgm:cxn modelId="{3C9FB76F-5F84-4EC5-A731-3F4105740098}" type="presParOf" srcId="{8698C8CC-2404-4005-B58D-6FA383082906}" destId="{6569E745-9AA5-445F-B3E2-493FD0D0AAAF}" srcOrd="1" destOrd="0" presId="urn:microsoft.com/office/officeart/2005/8/layout/orgChart1"/>
    <dgm:cxn modelId="{D0B92833-2E20-4FC0-A950-4411B6EB38FE}" type="presParOf" srcId="{2965FC8B-CFF5-47CF-BF68-E2AB7CF579DD}" destId="{392D009C-A8E7-4E9B-9799-2252EE21E1D3}" srcOrd="1" destOrd="0" presId="urn:microsoft.com/office/officeart/2005/8/layout/orgChart1"/>
    <dgm:cxn modelId="{B7BEF64E-6A09-4323-8117-FA42FA68201E}" type="presParOf" srcId="{2965FC8B-CFF5-47CF-BF68-E2AB7CF579DD}" destId="{C35FB349-0EB1-41A0-8C58-855A1B957D68}" srcOrd="2" destOrd="0" presId="urn:microsoft.com/office/officeart/2005/8/layout/orgChart1"/>
    <dgm:cxn modelId="{9273283E-27CB-4435-B58D-EB93E7E71CFD}" type="presParOf" srcId="{215D724E-6B65-4E5D-B013-CDCECF294CA3}" destId="{0FD01BF1-1FFF-48AC-81C8-27674214837B}" srcOrd="2" destOrd="0" presId="urn:microsoft.com/office/officeart/2005/8/layout/orgChart1"/>
    <dgm:cxn modelId="{4774F3C1-9578-4236-8159-067A21636617}" type="presParOf" srcId="{215D724E-6B65-4E5D-B013-CDCECF294CA3}" destId="{3F4D41A5-D2D8-442D-85AD-7F4AC49245DD}" srcOrd="3" destOrd="0" presId="urn:microsoft.com/office/officeart/2005/8/layout/orgChart1"/>
    <dgm:cxn modelId="{C3FD2309-6742-431E-98D9-4A6688887A40}" type="presParOf" srcId="{3F4D41A5-D2D8-442D-85AD-7F4AC49245DD}" destId="{CA6861F1-C67D-4536-B8A5-134F7D8E5CFC}" srcOrd="0" destOrd="0" presId="urn:microsoft.com/office/officeart/2005/8/layout/orgChart1"/>
    <dgm:cxn modelId="{B6D345CD-D821-4AB0-ADEB-C6109ECDE5DF}" type="presParOf" srcId="{CA6861F1-C67D-4536-B8A5-134F7D8E5CFC}" destId="{75C0C9AD-5C27-43F8-B3CA-97CCA929F387}" srcOrd="0" destOrd="0" presId="urn:microsoft.com/office/officeart/2005/8/layout/orgChart1"/>
    <dgm:cxn modelId="{249FB0B5-C8AC-4208-80A1-EBD07B09859F}" type="presParOf" srcId="{CA6861F1-C67D-4536-B8A5-134F7D8E5CFC}" destId="{655D97A3-C445-4ABA-90C0-ED7336A01B30}" srcOrd="1" destOrd="0" presId="urn:microsoft.com/office/officeart/2005/8/layout/orgChart1"/>
    <dgm:cxn modelId="{DE3954A2-FBCA-4807-8B73-391DA51DF308}" type="presParOf" srcId="{3F4D41A5-D2D8-442D-85AD-7F4AC49245DD}" destId="{71DF33B8-51DA-43C3-9098-A1AE0420EC7C}" srcOrd="1" destOrd="0" presId="urn:microsoft.com/office/officeart/2005/8/layout/orgChart1"/>
    <dgm:cxn modelId="{6DACD3A9-EA2F-4E15-B320-728FEBDF3AA9}" type="presParOf" srcId="{3F4D41A5-D2D8-442D-85AD-7F4AC49245DD}" destId="{5561E4D0-4359-4DCA-99E0-7D29DF2A9B6E}" srcOrd="2" destOrd="0" presId="urn:microsoft.com/office/officeart/2005/8/layout/orgChart1"/>
    <dgm:cxn modelId="{132A27A3-9CF1-4F3B-B1FE-46643AA9CDC4}" type="presParOf" srcId="{215D724E-6B65-4E5D-B013-CDCECF294CA3}" destId="{969502BB-2500-4F7E-AEA9-0ABD5501F88D}" srcOrd="4" destOrd="0" presId="urn:microsoft.com/office/officeart/2005/8/layout/orgChart1"/>
    <dgm:cxn modelId="{74B14754-74B5-47E4-BE7D-3D8D12AE3DEE}" type="presParOf" srcId="{215D724E-6B65-4E5D-B013-CDCECF294CA3}" destId="{F73A8C0F-779B-4E3F-85D9-1D95764CA2C0}" srcOrd="5" destOrd="0" presId="urn:microsoft.com/office/officeart/2005/8/layout/orgChart1"/>
    <dgm:cxn modelId="{31E2E59A-ACDD-4B7C-8A84-CB08D40693C6}" type="presParOf" srcId="{F73A8C0F-779B-4E3F-85D9-1D95764CA2C0}" destId="{2E64D491-7B08-4F06-AC03-3F3670B72456}" srcOrd="0" destOrd="0" presId="urn:microsoft.com/office/officeart/2005/8/layout/orgChart1"/>
    <dgm:cxn modelId="{A5698296-1623-49B9-9A1D-7BE11E0620B7}" type="presParOf" srcId="{2E64D491-7B08-4F06-AC03-3F3670B72456}" destId="{79B6EE04-EDDD-4CAE-8C9A-7C65EBBCA26F}" srcOrd="0" destOrd="0" presId="urn:microsoft.com/office/officeart/2005/8/layout/orgChart1"/>
    <dgm:cxn modelId="{15FFAE80-210C-45CE-8ED4-C5030D7BEF64}" type="presParOf" srcId="{2E64D491-7B08-4F06-AC03-3F3670B72456}" destId="{71D43BA8-8C66-45E2-A5FF-73F5509D7029}" srcOrd="1" destOrd="0" presId="urn:microsoft.com/office/officeart/2005/8/layout/orgChart1"/>
    <dgm:cxn modelId="{91215DB3-3865-46BE-9FE7-BF2D78257DB3}" type="presParOf" srcId="{F73A8C0F-779B-4E3F-85D9-1D95764CA2C0}" destId="{70FAFF29-F91D-4F23-A3B4-A15337C2686C}" srcOrd="1" destOrd="0" presId="urn:microsoft.com/office/officeart/2005/8/layout/orgChart1"/>
    <dgm:cxn modelId="{E7BB713F-F777-493F-BCF8-87CB58E4AB91}" type="presParOf" srcId="{F73A8C0F-779B-4E3F-85D9-1D95764CA2C0}" destId="{6127B564-BC38-4101-A355-091F7710CEFC}" srcOrd="2" destOrd="0" presId="urn:microsoft.com/office/officeart/2005/8/layout/orgChart1"/>
    <dgm:cxn modelId="{64EAC68A-2596-45B2-9D47-6FD24F2E7B95}" type="presParOf" srcId="{3080FBED-FE4F-48B1-96E1-6C6F775E3378}" destId="{B404AD9A-571B-4AB5-B030-76403AA77BE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80D254-3098-4FD9-A9ED-0C370F758401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996ED0E2-C8A6-43F3-8BBA-A96D145747E0}">
      <dgm:prSet phldrT="[Text]" custT="1"/>
      <dgm:spPr/>
      <dgm:t>
        <a:bodyPr/>
        <a:lstStyle/>
        <a:p>
          <a:r>
            <a:rPr lang="en-US" sz="3200" dirty="0"/>
            <a:t>(B) Performed by Manufacturer</a:t>
          </a:r>
          <a:endParaRPr lang="en-IN" sz="3200" dirty="0"/>
        </a:p>
      </dgm:t>
    </dgm:pt>
    <dgm:pt modelId="{044E90A3-4CE3-495A-94FE-51AA42A613AD}" type="parTrans" cxnId="{0DC453FF-C4B0-4096-9EAF-52A1B50EE9FD}">
      <dgm:prSet/>
      <dgm:spPr/>
      <dgm:t>
        <a:bodyPr/>
        <a:lstStyle/>
        <a:p>
          <a:endParaRPr lang="en-IN"/>
        </a:p>
      </dgm:t>
    </dgm:pt>
    <dgm:pt modelId="{CE78BEC9-5F1D-4B55-A4D0-6B08203BFB97}" type="sibTrans" cxnId="{0DC453FF-C4B0-4096-9EAF-52A1B50EE9FD}">
      <dgm:prSet/>
      <dgm:spPr/>
      <dgm:t>
        <a:bodyPr/>
        <a:lstStyle/>
        <a:p>
          <a:endParaRPr lang="en-IN"/>
        </a:p>
      </dgm:t>
    </dgm:pt>
    <dgm:pt modelId="{FDB3B69B-0EA8-4AD4-A792-6637100705C8}">
      <dgm:prSet phldrT="[Text]" custT="1"/>
      <dgm:spPr/>
      <dgm:t>
        <a:bodyPr/>
        <a:lstStyle/>
        <a:p>
          <a:r>
            <a:rPr lang="en-US" sz="2800" dirty="0"/>
            <a:t>Internal (Self inspection)</a:t>
          </a:r>
          <a:endParaRPr lang="en-IN" sz="2800" dirty="0"/>
        </a:p>
      </dgm:t>
    </dgm:pt>
    <dgm:pt modelId="{C111A23D-DA46-45CD-A728-F0501FBA7034}" type="parTrans" cxnId="{53097797-EE31-4A82-9DAF-B3AB2935677F}">
      <dgm:prSet/>
      <dgm:spPr/>
      <dgm:t>
        <a:bodyPr/>
        <a:lstStyle/>
        <a:p>
          <a:endParaRPr lang="en-IN"/>
        </a:p>
      </dgm:t>
    </dgm:pt>
    <dgm:pt modelId="{4D6D5B27-0EC5-476D-B6CE-DDB9B42C473D}" type="sibTrans" cxnId="{53097797-EE31-4A82-9DAF-B3AB2935677F}">
      <dgm:prSet/>
      <dgm:spPr/>
      <dgm:t>
        <a:bodyPr/>
        <a:lstStyle/>
        <a:p>
          <a:endParaRPr lang="en-IN"/>
        </a:p>
      </dgm:t>
    </dgm:pt>
    <dgm:pt modelId="{92B9DBBE-1E6A-419C-ACAC-DB3D1696E200}">
      <dgm:prSet phldrT="[Text]" custT="1"/>
      <dgm:spPr/>
      <dgm:t>
        <a:bodyPr/>
        <a:lstStyle/>
        <a:p>
          <a:r>
            <a:rPr lang="en-US" sz="2800" dirty="0"/>
            <a:t>External</a:t>
          </a:r>
          <a:endParaRPr lang="en-IN" sz="2800" dirty="0"/>
        </a:p>
      </dgm:t>
    </dgm:pt>
    <dgm:pt modelId="{24E0CC51-D1DC-477C-8B58-E8C290EE2563}" type="parTrans" cxnId="{8377047A-6440-4C4C-B4C3-95ADA991D15D}">
      <dgm:prSet/>
      <dgm:spPr/>
      <dgm:t>
        <a:bodyPr/>
        <a:lstStyle/>
        <a:p>
          <a:endParaRPr lang="en-IN"/>
        </a:p>
      </dgm:t>
    </dgm:pt>
    <dgm:pt modelId="{7D3EF775-F0C2-4486-9BA7-3133A5861230}" type="sibTrans" cxnId="{8377047A-6440-4C4C-B4C3-95ADA991D15D}">
      <dgm:prSet/>
      <dgm:spPr/>
      <dgm:t>
        <a:bodyPr/>
        <a:lstStyle/>
        <a:p>
          <a:endParaRPr lang="en-IN"/>
        </a:p>
      </dgm:t>
    </dgm:pt>
    <dgm:pt modelId="{B8FD36DC-D8B4-4E1A-A11C-0B8A87575540}" type="pres">
      <dgm:prSet presAssocID="{3F80D254-3098-4FD9-A9ED-0C370F75840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80FBED-FE4F-48B1-96E1-6C6F775E3378}" type="pres">
      <dgm:prSet presAssocID="{996ED0E2-C8A6-43F3-8BBA-A96D145747E0}" presName="hierRoot1" presStyleCnt="0">
        <dgm:presLayoutVars>
          <dgm:hierBranch val="init"/>
        </dgm:presLayoutVars>
      </dgm:prSet>
      <dgm:spPr/>
    </dgm:pt>
    <dgm:pt modelId="{781A5EEB-CB45-4CEB-9FCF-A6171DA58732}" type="pres">
      <dgm:prSet presAssocID="{996ED0E2-C8A6-43F3-8BBA-A96D145747E0}" presName="rootComposite1" presStyleCnt="0"/>
      <dgm:spPr/>
    </dgm:pt>
    <dgm:pt modelId="{D5A2CB43-E9E1-4C78-93B8-1B834ED8100A}" type="pres">
      <dgm:prSet presAssocID="{996ED0E2-C8A6-43F3-8BBA-A96D145747E0}" presName="rootText1" presStyleLbl="node0" presStyleIdx="0" presStyleCnt="1" custScaleX="116135" custScaleY="62185">
        <dgm:presLayoutVars>
          <dgm:chPref val="3"/>
        </dgm:presLayoutVars>
      </dgm:prSet>
      <dgm:spPr/>
    </dgm:pt>
    <dgm:pt modelId="{06DF10CA-13A5-4DF0-B9D1-2780D27C67C8}" type="pres">
      <dgm:prSet presAssocID="{996ED0E2-C8A6-43F3-8BBA-A96D145747E0}" presName="rootConnector1" presStyleLbl="node1" presStyleIdx="0" presStyleCnt="0"/>
      <dgm:spPr/>
    </dgm:pt>
    <dgm:pt modelId="{215D724E-6B65-4E5D-B013-CDCECF294CA3}" type="pres">
      <dgm:prSet presAssocID="{996ED0E2-C8A6-43F3-8BBA-A96D145747E0}" presName="hierChild2" presStyleCnt="0"/>
      <dgm:spPr/>
    </dgm:pt>
    <dgm:pt modelId="{0FD01BF1-1FFF-48AC-81C8-27674214837B}" type="pres">
      <dgm:prSet presAssocID="{C111A23D-DA46-45CD-A728-F0501FBA7034}" presName="Name37" presStyleLbl="parChTrans1D2" presStyleIdx="0" presStyleCnt="2"/>
      <dgm:spPr/>
    </dgm:pt>
    <dgm:pt modelId="{3F4D41A5-D2D8-442D-85AD-7F4AC49245DD}" type="pres">
      <dgm:prSet presAssocID="{FDB3B69B-0EA8-4AD4-A792-6637100705C8}" presName="hierRoot2" presStyleCnt="0">
        <dgm:presLayoutVars>
          <dgm:hierBranch val="init"/>
        </dgm:presLayoutVars>
      </dgm:prSet>
      <dgm:spPr/>
    </dgm:pt>
    <dgm:pt modelId="{CA6861F1-C67D-4536-B8A5-134F7D8E5CFC}" type="pres">
      <dgm:prSet presAssocID="{FDB3B69B-0EA8-4AD4-A792-6637100705C8}" presName="rootComposite" presStyleCnt="0"/>
      <dgm:spPr/>
    </dgm:pt>
    <dgm:pt modelId="{75C0C9AD-5C27-43F8-B3CA-97CCA929F387}" type="pres">
      <dgm:prSet presAssocID="{FDB3B69B-0EA8-4AD4-A792-6637100705C8}" presName="rootText" presStyleLbl="node2" presStyleIdx="0" presStyleCnt="2" custScaleX="73180" custScaleY="55718">
        <dgm:presLayoutVars>
          <dgm:chPref val="3"/>
        </dgm:presLayoutVars>
      </dgm:prSet>
      <dgm:spPr/>
    </dgm:pt>
    <dgm:pt modelId="{655D97A3-C445-4ABA-90C0-ED7336A01B30}" type="pres">
      <dgm:prSet presAssocID="{FDB3B69B-0EA8-4AD4-A792-6637100705C8}" presName="rootConnector" presStyleLbl="node2" presStyleIdx="0" presStyleCnt="2"/>
      <dgm:spPr/>
    </dgm:pt>
    <dgm:pt modelId="{71DF33B8-51DA-43C3-9098-A1AE0420EC7C}" type="pres">
      <dgm:prSet presAssocID="{FDB3B69B-0EA8-4AD4-A792-6637100705C8}" presName="hierChild4" presStyleCnt="0"/>
      <dgm:spPr/>
    </dgm:pt>
    <dgm:pt modelId="{5561E4D0-4359-4DCA-99E0-7D29DF2A9B6E}" type="pres">
      <dgm:prSet presAssocID="{FDB3B69B-0EA8-4AD4-A792-6637100705C8}" presName="hierChild5" presStyleCnt="0"/>
      <dgm:spPr/>
    </dgm:pt>
    <dgm:pt modelId="{969502BB-2500-4F7E-AEA9-0ABD5501F88D}" type="pres">
      <dgm:prSet presAssocID="{24E0CC51-D1DC-477C-8B58-E8C290EE2563}" presName="Name37" presStyleLbl="parChTrans1D2" presStyleIdx="1" presStyleCnt="2"/>
      <dgm:spPr/>
    </dgm:pt>
    <dgm:pt modelId="{F73A8C0F-779B-4E3F-85D9-1D95764CA2C0}" type="pres">
      <dgm:prSet presAssocID="{92B9DBBE-1E6A-419C-ACAC-DB3D1696E200}" presName="hierRoot2" presStyleCnt="0">
        <dgm:presLayoutVars>
          <dgm:hierBranch val="init"/>
        </dgm:presLayoutVars>
      </dgm:prSet>
      <dgm:spPr/>
    </dgm:pt>
    <dgm:pt modelId="{2E64D491-7B08-4F06-AC03-3F3670B72456}" type="pres">
      <dgm:prSet presAssocID="{92B9DBBE-1E6A-419C-ACAC-DB3D1696E200}" presName="rootComposite" presStyleCnt="0"/>
      <dgm:spPr/>
    </dgm:pt>
    <dgm:pt modelId="{79B6EE04-EDDD-4CAE-8C9A-7C65EBBCA26F}" type="pres">
      <dgm:prSet presAssocID="{92B9DBBE-1E6A-419C-ACAC-DB3D1696E200}" presName="rootText" presStyleLbl="node2" presStyleIdx="1" presStyleCnt="2" custScaleX="72028" custScaleY="57990">
        <dgm:presLayoutVars>
          <dgm:chPref val="3"/>
        </dgm:presLayoutVars>
      </dgm:prSet>
      <dgm:spPr/>
    </dgm:pt>
    <dgm:pt modelId="{71D43BA8-8C66-45E2-A5FF-73F5509D7029}" type="pres">
      <dgm:prSet presAssocID="{92B9DBBE-1E6A-419C-ACAC-DB3D1696E200}" presName="rootConnector" presStyleLbl="node2" presStyleIdx="1" presStyleCnt="2"/>
      <dgm:spPr/>
    </dgm:pt>
    <dgm:pt modelId="{70FAFF29-F91D-4F23-A3B4-A15337C2686C}" type="pres">
      <dgm:prSet presAssocID="{92B9DBBE-1E6A-419C-ACAC-DB3D1696E200}" presName="hierChild4" presStyleCnt="0"/>
      <dgm:spPr/>
    </dgm:pt>
    <dgm:pt modelId="{6127B564-BC38-4101-A355-091F7710CEFC}" type="pres">
      <dgm:prSet presAssocID="{92B9DBBE-1E6A-419C-ACAC-DB3D1696E200}" presName="hierChild5" presStyleCnt="0"/>
      <dgm:spPr/>
    </dgm:pt>
    <dgm:pt modelId="{B404AD9A-571B-4AB5-B030-76403AA77BEE}" type="pres">
      <dgm:prSet presAssocID="{996ED0E2-C8A6-43F3-8BBA-A96D145747E0}" presName="hierChild3" presStyleCnt="0"/>
      <dgm:spPr/>
    </dgm:pt>
  </dgm:ptLst>
  <dgm:cxnLst>
    <dgm:cxn modelId="{B8EF635B-FF20-4630-AC9C-BC7C9B407991}" type="presOf" srcId="{FDB3B69B-0EA8-4AD4-A792-6637100705C8}" destId="{75C0C9AD-5C27-43F8-B3CA-97CCA929F387}" srcOrd="0" destOrd="0" presId="urn:microsoft.com/office/officeart/2005/8/layout/orgChart1"/>
    <dgm:cxn modelId="{179DA644-4223-4AFC-BF24-101106D352C3}" type="presOf" srcId="{92B9DBBE-1E6A-419C-ACAC-DB3D1696E200}" destId="{79B6EE04-EDDD-4CAE-8C9A-7C65EBBCA26F}" srcOrd="0" destOrd="0" presId="urn:microsoft.com/office/officeart/2005/8/layout/orgChart1"/>
    <dgm:cxn modelId="{871C9265-B2ED-47DC-898B-29271A4FF0E7}" type="presOf" srcId="{24E0CC51-D1DC-477C-8B58-E8C290EE2563}" destId="{969502BB-2500-4F7E-AEA9-0ABD5501F88D}" srcOrd="0" destOrd="0" presId="urn:microsoft.com/office/officeart/2005/8/layout/orgChart1"/>
    <dgm:cxn modelId="{8377047A-6440-4C4C-B4C3-95ADA991D15D}" srcId="{996ED0E2-C8A6-43F3-8BBA-A96D145747E0}" destId="{92B9DBBE-1E6A-419C-ACAC-DB3D1696E200}" srcOrd="1" destOrd="0" parTransId="{24E0CC51-D1DC-477C-8B58-E8C290EE2563}" sibTransId="{7D3EF775-F0C2-4486-9BA7-3133A5861230}"/>
    <dgm:cxn modelId="{CFBB205A-9ED4-44EE-9F03-FD5399EB0656}" type="presOf" srcId="{FDB3B69B-0EA8-4AD4-A792-6637100705C8}" destId="{655D97A3-C445-4ABA-90C0-ED7336A01B30}" srcOrd="1" destOrd="0" presId="urn:microsoft.com/office/officeart/2005/8/layout/orgChart1"/>
    <dgm:cxn modelId="{3E87FA94-1E86-4CA3-B2EC-1531942E0291}" type="presOf" srcId="{C111A23D-DA46-45CD-A728-F0501FBA7034}" destId="{0FD01BF1-1FFF-48AC-81C8-27674214837B}" srcOrd="0" destOrd="0" presId="urn:microsoft.com/office/officeart/2005/8/layout/orgChart1"/>
    <dgm:cxn modelId="{53097797-EE31-4A82-9DAF-B3AB2935677F}" srcId="{996ED0E2-C8A6-43F3-8BBA-A96D145747E0}" destId="{FDB3B69B-0EA8-4AD4-A792-6637100705C8}" srcOrd="0" destOrd="0" parTransId="{C111A23D-DA46-45CD-A728-F0501FBA7034}" sibTransId="{4D6D5B27-0EC5-476D-B6CE-DDB9B42C473D}"/>
    <dgm:cxn modelId="{4DA383A0-AE6F-4406-A5CA-8F14EB222FE2}" type="presOf" srcId="{996ED0E2-C8A6-43F3-8BBA-A96D145747E0}" destId="{D5A2CB43-E9E1-4C78-93B8-1B834ED8100A}" srcOrd="0" destOrd="0" presId="urn:microsoft.com/office/officeart/2005/8/layout/orgChart1"/>
    <dgm:cxn modelId="{5805CCBC-16CF-4A15-A505-6C555DE0F46C}" type="presOf" srcId="{996ED0E2-C8A6-43F3-8BBA-A96D145747E0}" destId="{06DF10CA-13A5-4DF0-B9D1-2780D27C67C8}" srcOrd="1" destOrd="0" presId="urn:microsoft.com/office/officeart/2005/8/layout/orgChart1"/>
    <dgm:cxn modelId="{3A8627C9-7709-4672-A0A8-03FCAE8DB22C}" type="presOf" srcId="{3F80D254-3098-4FD9-A9ED-0C370F758401}" destId="{B8FD36DC-D8B4-4E1A-A11C-0B8A87575540}" srcOrd="0" destOrd="0" presId="urn:microsoft.com/office/officeart/2005/8/layout/orgChart1"/>
    <dgm:cxn modelId="{06123BEB-48A3-4510-A8D3-9DCEEE2CE7D0}" type="presOf" srcId="{92B9DBBE-1E6A-419C-ACAC-DB3D1696E200}" destId="{71D43BA8-8C66-45E2-A5FF-73F5509D7029}" srcOrd="1" destOrd="0" presId="urn:microsoft.com/office/officeart/2005/8/layout/orgChart1"/>
    <dgm:cxn modelId="{0DC453FF-C4B0-4096-9EAF-52A1B50EE9FD}" srcId="{3F80D254-3098-4FD9-A9ED-0C370F758401}" destId="{996ED0E2-C8A6-43F3-8BBA-A96D145747E0}" srcOrd="0" destOrd="0" parTransId="{044E90A3-4CE3-495A-94FE-51AA42A613AD}" sibTransId="{CE78BEC9-5F1D-4B55-A4D0-6B08203BFB97}"/>
    <dgm:cxn modelId="{F760CB53-72B3-44FE-9C00-5A8DDD6D90D8}" type="presParOf" srcId="{B8FD36DC-D8B4-4E1A-A11C-0B8A87575540}" destId="{3080FBED-FE4F-48B1-96E1-6C6F775E3378}" srcOrd="0" destOrd="0" presId="urn:microsoft.com/office/officeart/2005/8/layout/orgChart1"/>
    <dgm:cxn modelId="{B7DFB6D8-2B16-42CB-BFC4-BFF4C7A7FBF6}" type="presParOf" srcId="{3080FBED-FE4F-48B1-96E1-6C6F775E3378}" destId="{781A5EEB-CB45-4CEB-9FCF-A6171DA58732}" srcOrd="0" destOrd="0" presId="urn:microsoft.com/office/officeart/2005/8/layout/orgChart1"/>
    <dgm:cxn modelId="{F7536A2D-7539-40D5-A274-2863952F2846}" type="presParOf" srcId="{781A5EEB-CB45-4CEB-9FCF-A6171DA58732}" destId="{D5A2CB43-E9E1-4C78-93B8-1B834ED8100A}" srcOrd="0" destOrd="0" presId="urn:microsoft.com/office/officeart/2005/8/layout/orgChart1"/>
    <dgm:cxn modelId="{3BE41610-E592-485B-8AE7-13A24AFA5A33}" type="presParOf" srcId="{781A5EEB-CB45-4CEB-9FCF-A6171DA58732}" destId="{06DF10CA-13A5-4DF0-B9D1-2780D27C67C8}" srcOrd="1" destOrd="0" presId="urn:microsoft.com/office/officeart/2005/8/layout/orgChart1"/>
    <dgm:cxn modelId="{4C56852E-AB51-449B-9FC0-5D038F335918}" type="presParOf" srcId="{3080FBED-FE4F-48B1-96E1-6C6F775E3378}" destId="{215D724E-6B65-4E5D-B013-CDCECF294CA3}" srcOrd="1" destOrd="0" presId="urn:microsoft.com/office/officeart/2005/8/layout/orgChart1"/>
    <dgm:cxn modelId="{9273283E-27CB-4435-B58D-EB93E7E71CFD}" type="presParOf" srcId="{215D724E-6B65-4E5D-B013-CDCECF294CA3}" destId="{0FD01BF1-1FFF-48AC-81C8-27674214837B}" srcOrd="0" destOrd="0" presId="urn:microsoft.com/office/officeart/2005/8/layout/orgChart1"/>
    <dgm:cxn modelId="{4774F3C1-9578-4236-8159-067A21636617}" type="presParOf" srcId="{215D724E-6B65-4E5D-B013-CDCECF294CA3}" destId="{3F4D41A5-D2D8-442D-85AD-7F4AC49245DD}" srcOrd="1" destOrd="0" presId="urn:microsoft.com/office/officeart/2005/8/layout/orgChart1"/>
    <dgm:cxn modelId="{C3FD2309-6742-431E-98D9-4A6688887A40}" type="presParOf" srcId="{3F4D41A5-D2D8-442D-85AD-7F4AC49245DD}" destId="{CA6861F1-C67D-4536-B8A5-134F7D8E5CFC}" srcOrd="0" destOrd="0" presId="urn:microsoft.com/office/officeart/2005/8/layout/orgChart1"/>
    <dgm:cxn modelId="{B6D345CD-D821-4AB0-ADEB-C6109ECDE5DF}" type="presParOf" srcId="{CA6861F1-C67D-4536-B8A5-134F7D8E5CFC}" destId="{75C0C9AD-5C27-43F8-B3CA-97CCA929F387}" srcOrd="0" destOrd="0" presId="urn:microsoft.com/office/officeart/2005/8/layout/orgChart1"/>
    <dgm:cxn modelId="{249FB0B5-C8AC-4208-80A1-EBD07B09859F}" type="presParOf" srcId="{CA6861F1-C67D-4536-B8A5-134F7D8E5CFC}" destId="{655D97A3-C445-4ABA-90C0-ED7336A01B30}" srcOrd="1" destOrd="0" presId="urn:microsoft.com/office/officeart/2005/8/layout/orgChart1"/>
    <dgm:cxn modelId="{DE3954A2-FBCA-4807-8B73-391DA51DF308}" type="presParOf" srcId="{3F4D41A5-D2D8-442D-85AD-7F4AC49245DD}" destId="{71DF33B8-51DA-43C3-9098-A1AE0420EC7C}" srcOrd="1" destOrd="0" presId="urn:microsoft.com/office/officeart/2005/8/layout/orgChart1"/>
    <dgm:cxn modelId="{6DACD3A9-EA2F-4E15-B320-728FEBDF3AA9}" type="presParOf" srcId="{3F4D41A5-D2D8-442D-85AD-7F4AC49245DD}" destId="{5561E4D0-4359-4DCA-99E0-7D29DF2A9B6E}" srcOrd="2" destOrd="0" presId="urn:microsoft.com/office/officeart/2005/8/layout/orgChart1"/>
    <dgm:cxn modelId="{132A27A3-9CF1-4F3B-B1FE-46643AA9CDC4}" type="presParOf" srcId="{215D724E-6B65-4E5D-B013-CDCECF294CA3}" destId="{969502BB-2500-4F7E-AEA9-0ABD5501F88D}" srcOrd="2" destOrd="0" presId="urn:microsoft.com/office/officeart/2005/8/layout/orgChart1"/>
    <dgm:cxn modelId="{74B14754-74B5-47E4-BE7D-3D8D12AE3DEE}" type="presParOf" srcId="{215D724E-6B65-4E5D-B013-CDCECF294CA3}" destId="{F73A8C0F-779B-4E3F-85D9-1D95764CA2C0}" srcOrd="3" destOrd="0" presId="urn:microsoft.com/office/officeart/2005/8/layout/orgChart1"/>
    <dgm:cxn modelId="{31E2E59A-ACDD-4B7C-8A84-CB08D40693C6}" type="presParOf" srcId="{F73A8C0F-779B-4E3F-85D9-1D95764CA2C0}" destId="{2E64D491-7B08-4F06-AC03-3F3670B72456}" srcOrd="0" destOrd="0" presId="urn:microsoft.com/office/officeart/2005/8/layout/orgChart1"/>
    <dgm:cxn modelId="{A5698296-1623-49B9-9A1D-7BE11E0620B7}" type="presParOf" srcId="{2E64D491-7B08-4F06-AC03-3F3670B72456}" destId="{79B6EE04-EDDD-4CAE-8C9A-7C65EBBCA26F}" srcOrd="0" destOrd="0" presId="urn:microsoft.com/office/officeart/2005/8/layout/orgChart1"/>
    <dgm:cxn modelId="{15FFAE80-210C-45CE-8ED4-C5030D7BEF64}" type="presParOf" srcId="{2E64D491-7B08-4F06-AC03-3F3670B72456}" destId="{71D43BA8-8C66-45E2-A5FF-73F5509D7029}" srcOrd="1" destOrd="0" presId="urn:microsoft.com/office/officeart/2005/8/layout/orgChart1"/>
    <dgm:cxn modelId="{91215DB3-3865-46BE-9FE7-BF2D78257DB3}" type="presParOf" srcId="{F73A8C0F-779B-4E3F-85D9-1D95764CA2C0}" destId="{70FAFF29-F91D-4F23-A3B4-A15337C2686C}" srcOrd="1" destOrd="0" presId="urn:microsoft.com/office/officeart/2005/8/layout/orgChart1"/>
    <dgm:cxn modelId="{E7BB713F-F777-493F-BCF8-87CB58E4AB91}" type="presParOf" srcId="{F73A8C0F-779B-4E3F-85D9-1D95764CA2C0}" destId="{6127B564-BC38-4101-A355-091F7710CEFC}" srcOrd="2" destOrd="0" presId="urn:microsoft.com/office/officeart/2005/8/layout/orgChart1"/>
    <dgm:cxn modelId="{64EAC68A-2596-45B2-9D47-6FD24F2E7B95}" type="presParOf" srcId="{3080FBED-FE4F-48B1-96E1-6C6F775E3378}" destId="{B404AD9A-571B-4AB5-B030-76403AA77BE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5CDADB-B1D8-40A6-B558-D35C719B61B7}" type="doc">
      <dgm:prSet loTypeId="urn:microsoft.com/office/officeart/2005/8/layout/cycle5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5D146D2A-E911-4A05-B64F-CE6C66BDA2EA}">
      <dgm:prSet phldrT="[Text]" custT="1"/>
      <dgm:spPr/>
      <dgm:t>
        <a:bodyPr/>
        <a:lstStyle/>
        <a:p>
          <a:r>
            <a:rPr lang="en-US" sz="2000" dirty="0"/>
            <a:t>Plan and Prepare</a:t>
          </a:r>
          <a:endParaRPr lang="en-IN" sz="2000" dirty="0"/>
        </a:p>
      </dgm:t>
    </dgm:pt>
    <dgm:pt modelId="{F121C4F6-D665-4336-99E8-8CFAEF6502B5}" type="parTrans" cxnId="{5F25876D-5E2E-4CDA-A972-309181D312CC}">
      <dgm:prSet/>
      <dgm:spPr/>
      <dgm:t>
        <a:bodyPr/>
        <a:lstStyle/>
        <a:p>
          <a:endParaRPr lang="en-IN"/>
        </a:p>
      </dgm:t>
    </dgm:pt>
    <dgm:pt modelId="{80E81EE3-6726-4684-B1AE-0FE1E37812A7}" type="sibTrans" cxnId="{5F25876D-5E2E-4CDA-A972-309181D312CC}">
      <dgm:prSet/>
      <dgm:spPr/>
      <dgm:t>
        <a:bodyPr/>
        <a:lstStyle/>
        <a:p>
          <a:endParaRPr lang="en-IN"/>
        </a:p>
      </dgm:t>
    </dgm:pt>
    <dgm:pt modelId="{6D270409-DB51-482E-B501-7C2DD54E560D}">
      <dgm:prSet phldrT="[Text]" custT="1"/>
      <dgm:spPr/>
      <dgm:t>
        <a:bodyPr/>
        <a:lstStyle/>
        <a:p>
          <a:r>
            <a:rPr lang="en-US" sz="2000" dirty="0"/>
            <a:t>Arrange and Announce</a:t>
          </a:r>
          <a:endParaRPr lang="en-IN" sz="2000" dirty="0"/>
        </a:p>
      </dgm:t>
    </dgm:pt>
    <dgm:pt modelId="{4F3DF4AC-C994-4D1A-B02E-EA7C7AF54BBE}" type="parTrans" cxnId="{2D4E6004-DFF9-46C6-B1D2-E565CC90872F}">
      <dgm:prSet/>
      <dgm:spPr/>
      <dgm:t>
        <a:bodyPr/>
        <a:lstStyle/>
        <a:p>
          <a:endParaRPr lang="en-IN"/>
        </a:p>
      </dgm:t>
    </dgm:pt>
    <dgm:pt modelId="{92F8F749-FD38-4FB1-8CEA-A6D1DFA51441}" type="sibTrans" cxnId="{2D4E6004-DFF9-46C6-B1D2-E565CC90872F}">
      <dgm:prSet/>
      <dgm:spPr/>
      <dgm:t>
        <a:bodyPr/>
        <a:lstStyle/>
        <a:p>
          <a:endParaRPr lang="en-IN"/>
        </a:p>
      </dgm:t>
    </dgm:pt>
    <dgm:pt modelId="{DE5CF2B8-0DD5-4287-A862-6708BB380008}">
      <dgm:prSet phldrT="[Text]" custT="1"/>
      <dgm:spPr/>
      <dgm:t>
        <a:bodyPr/>
        <a:lstStyle/>
        <a:p>
          <a:r>
            <a:rPr lang="en-US" sz="2000" dirty="0"/>
            <a:t>Arrive at site of Audit, meet, explain, purpose</a:t>
          </a:r>
          <a:endParaRPr lang="en-IN" sz="2000" dirty="0"/>
        </a:p>
      </dgm:t>
    </dgm:pt>
    <dgm:pt modelId="{F3E3096F-A31E-452A-80E9-578048DBEBE9}" type="parTrans" cxnId="{F88D5A9B-D177-4DA9-9D8F-48797B3206DC}">
      <dgm:prSet/>
      <dgm:spPr/>
      <dgm:t>
        <a:bodyPr/>
        <a:lstStyle/>
        <a:p>
          <a:endParaRPr lang="en-IN"/>
        </a:p>
      </dgm:t>
    </dgm:pt>
    <dgm:pt modelId="{0E37EAB9-50F0-4F91-A31E-734BCF407D59}" type="sibTrans" cxnId="{F88D5A9B-D177-4DA9-9D8F-48797B3206DC}">
      <dgm:prSet/>
      <dgm:spPr/>
      <dgm:t>
        <a:bodyPr/>
        <a:lstStyle/>
        <a:p>
          <a:endParaRPr lang="en-IN"/>
        </a:p>
      </dgm:t>
    </dgm:pt>
    <dgm:pt modelId="{1DFD4709-4C69-45B8-9FF8-0C6B0C8EDC56}">
      <dgm:prSet phldrT="[Text]" custT="1"/>
      <dgm:spPr/>
      <dgm:t>
        <a:bodyPr/>
        <a:lstStyle/>
        <a:p>
          <a:r>
            <a:rPr lang="en-US" sz="2000" dirty="0"/>
            <a:t>Perform Audit</a:t>
          </a:r>
          <a:endParaRPr lang="en-IN" sz="2000" dirty="0"/>
        </a:p>
      </dgm:t>
    </dgm:pt>
    <dgm:pt modelId="{FC7476B6-576C-4C97-A12D-D50A59CDB678}" type="parTrans" cxnId="{F7EB40FB-2768-429D-B04C-91DD3820E621}">
      <dgm:prSet/>
      <dgm:spPr/>
      <dgm:t>
        <a:bodyPr/>
        <a:lstStyle/>
        <a:p>
          <a:endParaRPr lang="en-IN"/>
        </a:p>
      </dgm:t>
    </dgm:pt>
    <dgm:pt modelId="{BFE8706E-793D-4A7F-A7F2-D84798210BCF}" type="sibTrans" cxnId="{F7EB40FB-2768-429D-B04C-91DD3820E621}">
      <dgm:prSet/>
      <dgm:spPr/>
      <dgm:t>
        <a:bodyPr/>
        <a:lstStyle/>
        <a:p>
          <a:endParaRPr lang="en-IN"/>
        </a:p>
      </dgm:t>
    </dgm:pt>
    <dgm:pt modelId="{657803AB-C95B-45FC-8ED6-7E4BA7D4109D}">
      <dgm:prSet phldrT="[Text]" custT="1"/>
      <dgm:spPr/>
      <dgm:t>
        <a:bodyPr/>
        <a:lstStyle/>
        <a:p>
          <a:r>
            <a:rPr lang="en-US" sz="2000" dirty="0"/>
            <a:t>Informal oral report of finding</a:t>
          </a:r>
          <a:endParaRPr lang="en-IN" sz="2000" dirty="0"/>
        </a:p>
      </dgm:t>
    </dgm:pt>
    <dgm:pt modelId="{D4FD817D-7B80-4D7C-9B8B-EE5082CCE81E}" type="parTrans" cxnId="{14192F28-546C-44D3-8707-ED8033E231D2}">
      <dgm:prSet/>
      <dgm:spPr/>
      <dgm:t>
        <a:bodyPr/>
        <a:lstStyle/>
        <a:p>
          <a:endParaRPr lang="en-IN"/>
        </a:p>
      </dgm:t>
    </dgm:pt>
    <dgm:pt modelId="{84103C5C-DE0F-4F66-B4CF-AEB8BCFE6E2D}" type="sibTrans" cxnId="{14192F28-546C-44D3-8707-ED8033E231D2}">
      <dgm:prSet/>
      <dgm:spPr/>
      <dgm:t>
        <a:bodyPr/>
        <a:lstStyle/>
        <a:p>
          <a:endParaRPr lang="en-IN"/>
        </a:p>
      </dgm:t>
    </dgm:pt>
    <dgm:pt modelId="{1A6C928D-2B18-4104-B35D-CD11312C9A71}">
      <dgm:prSet phldrT="[Text]" custT="1"/>
      <dgm:spPr/>
      <dgm:t>
        <a:bodyPr/>
        <a:lstStyle/>
        <a:p>
          <a:r>
            <a:rPr lang="en-US" sz="2000" dirty="0"/>
            <a:t>Formal report with recommendations</a:t>
          </a:r>
          <a:endParaRPr lang="en-IN" sz="2000" dirty="0"/>
        </a:p>
      </dgm:t>
    </dgm:pt>
    <dgm:pt modelId="{B03E3AC3-4160-4F3F-A473-69823BC042CC}" type="parTrans" cxnId="{C4031DAC-0EBF-42D0-99DE-4559677D165C}">
      <dgm:prSet/>
      <dgm:spPr/>
      <dgm:t>
        <a:bodyPr/>
        <a:lstStyle/>
        <a:p>
          <a:endParaRPr lang="en-IN"/>
        </a:p>
      </dgm:t>
    </dgm:pt>
    <dgm:pt modelId="{1166D90F-1D9A-4529-ABCC-51BE0DE8863B}" type="sibTrans" cxnId="{C4031DAC-0EBF-42D0-99DE-4559677D165C}">
      <dgm:prSet/>
      <dgm:spPr/>
      <dgm:t>
        <a:bodyPr/>
        <a:lstStyle/>
        <a:p>
          <a:endParaRPr lang="en-IN"/>
        </a:p>
      </dgm:t>
    </dgm:pt>
    <dgm:pt modelId="{91C0A2B4-1F75-46C4-8C9D-B683678579E5}">
      <dgm:prSet phldrT="[Text]" custT="1"/>
      <dgm:spPr/>
      <dgm:t>
        <a:bodyPr/>
        <a:lstStyle/>
        <a:p>
          <a:r>
            <a:rPr lang="en-US" sz="2000" dirty="0"/>
            <a:t>Follow-up</a:t>
          </a:r>
          <a:endParaRPr lang="en-IN" sz="2000" dirty="0"/>
        </a:p>
      </dgm:t>
    </dgm:pt>
    <dgm:pt modelId="{43B3DFD5-24A5-4475-AFE5-1062142C8094}" type="parTrans" cxnId="{5D3FA9E0-3F47-40B6-B706-08B929D34D5E}">
      <dgm:prSet/>
      <dgm:spPr/>
      <dgm:t>
        <a:bodyPr/>
        <a:lstStyle/>
        <a:p>
          <a:endParaRPr lang="en-IN"/>
        </a:p>
      </dgm:t>
    </dgm:pt>
    <dgm:pt modelId="{B30F62ED-BFDA-4E5C-8C13-77265BAA3A81}" type="sibTrans" cxnId="{5D3FA9E0-3F47-40B6-B706-08B929D34D5E}">
      <dgm:prSet/>
      <dgm:spPr/>
      <dgm:t>
        <a:bodyPr/>
        <a:lstStyle/>
        <a:p>
          <a:endParaRPr lang="en-IN"/>
        </a:p>
      </dgm:t>
    </dgm:pt>
    <dgm:pt modelId="{BE4A2E7B-1649-45A8-AC72-CDEB812AD696}" type="pres">
      <dgm:prSet presAssocID="{ED5CDADB-B1D8-40A6-B558-D35C719B61B7}" presName="cycle" presStyleCnt="0">
        <dgm:presLayoutVars>
          <dgm:dir/>
          <dgm:resizeHandles val="exact"/>
        </dgm:presLayoutVars>
      </dgm:prSet>
      <dgm:spPr/>
    </dgm:pt>
    <dgm:pt modelId="{B8D025A1-4AF7-4663-A813-303ADBC84CBD}" type="pres">
      <dgm:prSet presAssocID="{5D146D2A-E911-4A05-B64F-CE6C66BDA2EA}" presName="node" presStyleLbl="node1" presStyleIdx="0" presStyleCnt="7">
        <dgm:presLayoutVars>
          <dgm:bulletEnabled val="1"/>
        </dgm:presLayoutVars>
      </dgm:prSet>
      <dgm:spPr/>
    </dgm:pt>
    <dgm:pt modelId="{1027490E-8FE6-4797-9B11-452E3987A280}" type="pres">
      <dgm:prSet presAssocID="{5D146D2A-E911-4A05-B64F-CE6C66BDA2EA}" presName="spNode" presStyleCnt="0"/>
      <dgm:spPr/>
    </dgm:pt>
    <dgm:pt modelId="{00461D78-B966-4E8F-9835-39DE621D1F49}" type="pres">
      <dgm:prSet presAssocID="{80E81EE3-6726-4684-B1AE-0FE1E37812A7}" presName="sibTrans" presStyleLbl="sibTrans1D1" presStyleIdx="0" presStyleCnt="7"/>
      <dgm:spPr/>
    </dgm:pt>
    <dgm:pt modelId="{51C0CBCD-57BA-42EC-9B9E-AC57C09989CE}" type="pres">
      <dgm:prSet presAssocID="{6D270409-DB51-482E-B501-7C2DD54E560D}" presName="node" presStyleLbl="node1" presStyleIdx="1" presStyleCnt="7">
        <dgm:presLayoutVars>
          <dgm:bulletEnabled val="1"/>
        </dgm:presLayoutVars>
      </dgm:prSet>
      <dgm:spPr/>
    </dgm:pt>
    <dgm:pt modelId="{18023671-4173-40FA-A9D5-626EEAEB9218}" type="pres">
      <dgm:prSet presAssocID="{6D270409-DB51-482E-B501-7C2DD54E560D}" presName="spNode" presStyleCnt="0"/>
      <dgm:spPr/>
    </dgm:pt>
    <dgm:pt modelId="{FDEC16E7-4DE1-4947-BFD0-9BBE2611493D}" type="pres">
      <dgm:prSet presAssocID="{92F8F749-FD38-4FB1-8CEA-A6D1DFA51441}" presName="sibTrans" presStyleLbl="sibTrans1D1" presStyleIdx="1" presStyleCnt="7"/>
      <dgm:spPr/>
    </dgm:pt>
    <dgm:pt modelId="{90CC3967-D33A-4E54-A7EC-942398297E01}" type="pres">
      <dgm:prSet presAssocID="{DE5CF2B8-0DD5-4287-A862-6708BB380008}" presName="node" presStyleLbl="node1" presStyleIdx="2" presStyleCnt="7" custScaleX="119985" custScaleY="133867">
        <dgm:presLayoutVars>
          <dgm:bulletEnabled val="1"/>
        </dgm:presLayoutVars>
      </dgm:prSet>
      <dgm:spPr/>
    </dgm:pt>
    <dgm:pt modelId="{32F3AA04-4656-4581-B3FB-BDAFC0034CE9}" type="pres">
      <dgm:prSet presAssocID="{DE5CF2B8-0DD5-4287-A862-6708BB380008}" presName="spNode" presStyleCnt="0"/>
      <dgm:spPr/>
    </dgm:pt>
    <dgm:pt modelId="{9AC63B33-ADFD-4F2E-9F6A-B71C98C6D6DB}" type="pres">
      <dgm:prSet presAssocID="{0E37EAB9-50F0-4F91-A31E-734BCF407D59}" presName="sibTrans" presStyleLbl="sibTrans1D1" presStyleIdx="2" presStyleCnt="7"/>
      <dgm:spPr/>
    </dgm:pt>
    <dgm:pt modelId="{076F2787-1C93-413E-BA3A-A0C4572D525A}" type="pres">
      <dgm:prSet presAssocID="{1DFD4709-4C69-45B8-9FF8-0C6B0C8EDC56}" presName="node" presStyleLbl="node1" presStyleIdx="3" presStyleCnt="7">
        <dgm:presLayoutVars>
          <dgm:bulletEnabled val="1"/>
        </dgm:presLayoutVars>
      </dgm:prSet>
      <dgm:spPr/>
    </dgm:pt>
    <dgm:pt modelId="{3EC683F3-C576-4C33-AF10-E5B62887E651}" type="pres">
      <dgm:prSet presAssocID="{1DFD4709-4C69-45B8-9FF8-0C6B0C8EDC56}" presName="spNode" presStyleCnt="0"/>
      <dgm:spPr/>
    </dgm:pt>
    <dgm:pt modelId="{BFF6F7DC-2FB3-42D5-8A9A-23177419D04E}" type="pres">
      <dgm:prSet presAssocID="{BFE8706E-793D-4A7F-A7F2-D84798210BCF}" presName="sibTrans" presStyleLbl="sibTrans1D1" presStyleIdx="3" presStyleCnt="7"/>
      <dgm:spPr/>
    </dgm:pt>
    <dgm:pt modelId="{1C46AF45-3E73-4007-9102-D33E9615D1F5}" type="pres">
      <dgm:prSet presAssocID="{657803AB-C95B-45FC-8ED6-7E4BA7D4109D}" presName="node" presStyleLbl="node1" presStyleIdx="4" presStyleCnt="7">
        <dgm:presLayoutVars>
          <dgm:bulletEnabled val="1"/>
        </dgm:presLayoutVars>
      </dgm:prSet>
      <dgm:spPr/>
    </dgm:pt>
    <dgm:pt modelId="{4096B1C1-5563-4645-AF74-2E654BF667A8}" type="pres">
      <dgm:prSet presAssocID="{657803AB-C95B-45FC-8ED6-7E4BA7D4109D}" presName="spNode" presStyleCnt="0"/>
      <dgm:spPr/>
    </dgm:pt>
    <dgm:pt modelId="{A9D8979C-8E0E-4E48-B572-DD75BA177665}" type="pres">
      <dgm:prSet presAssocID="{84103C5C-DE0F-4F66-B4CF-AEB8BCFE6E2D}" presName="sibTrans" presStyleLbl="sibTrans1D1" presStyleIdx="4" presStyleCnt="7"/>
      <dgm:spPr/>
    </dgm:pt>
    <dgm:pt modelId="{D44893E5-6F46-4874-BF94-D32114AB64DF}" type="pres">
      <dgm:prSet presAssocID="{1A6C928D-2B18-4104-B35D-CD11312C9A71}" presName="node" presStyleLbl="node1" presStyleIdx="5" presStyleCnt="7" custScaleX="158449" custScaleY="89133">
        <dgm:presLayoutVars>
          <dgm:bulletEnabled val="1"/>
        </dgm:presLayoutVars>
      </dgm:prSet>
      <dgm:spPr/>
    </dgm:pt>
    <dgm:pt modelId="{91B1BE08-39FD-439D-98A5-B3BA62BA01CE}" type="pres">
      <dgm:prSet presAssocID="{1A6C928D-2B18-4104-B35D-CD11312C9A71}" presName="spNode" presStyleCnt="0"/>
      <dgm:spPr/>
    </dgm:pt>
    <dgm:pt modelId="{8D59140B-6C75-46EA-8FE9-AA12990C13E5}" type="pres">
      <dgm:prSet presAssocID="{1166D90F-1D9A-4529-ABCC-51BE0DE8863B}" presName="sibTrans" presStyleLbl="sibTrans1D1" presStyleIdx="5" presStyleCnt="7"/>
      <dgm:spPr/>
    </dgm:pt>
    <dgm:pt modelId="{3288B148-18BC-490E-B1C6-3F73F89016C2}" type="pres">
      <dgm:prSet presAssocID="{91C0A2B4-1F75-46C4-8C9D-B683678579E5}" presName="node" presStyleLbl="node1" presStyleIdx="6" presStyleCnt="7">
        <dgm:presLayoutVars>
          <dgm:bulletEnabled val="1"/>
        </dgm:presLayoutVars>
      </dgm:prSet>
      <dgm:spPr/>
    </dgm:pt>
    <dgm:pt modelId="{9F34319F-92CA-4985-AEA8-B7ACCFF284EF}" type="pres">
      <dgm:prSet presAssocID="{91C0A2B4-1F75-46C4-8C9D-B683678579E5}" presName="spNode" presStyleCnt="0"/>
      <dgm:spPr/>
    </dgm:pt>
    <dgm:pt modelId="{781102DD-B8C6-480A-B52F-2B0FB41365EC}" type="pres">
      <dgm:prSet presAssocID="{B30F62ED-BFDA-4E5C-8C13-77265BAA3A81}" presName="sibTrans" presStyleLbl="sibTrans1D1" presStyleIdx="6" presStyleCnt="7"/>
      <dgm:spPr/>
    </dgm:pt>
  </dgm:ptLst>
  <dgm:cxnLst>
    <dgm:cxn modelId="{2D4E6004-DFF9-46C6-B1D2-E565CC90872F}" srcId="{ED5CDADB-B1D8-40A6-B558-D35C719B61B7}" destId="{6D270409-DB51-482E-B501-7C2DD54E560D}" srcOrd="1" destOrd="0" parTransId="{4F3DF4AC-C994-4D1A-B02E-EA7C7AF54BBE}" sibTransId="{92F8F749-FD38-4FB1-8CEA-A6D1DFA51441}"/>
    <dgm:cxn modelId="{14192F28-546C-44D3-8707-ED8033E231D2}" srcId="{ED5CDADB-B1D8-40A6-B558-D35C719B61B7}" destId="{657803AB-C95B-45FC-8ED6-7E4BA7D4109D}" srcOrd="4" destOrd="0" parTransId="{D4FD817D-7B80-4D7C-9B8B-EE5082CCE81E}" sibTransId="{84103C5C-DE0F-4F66-B4CF-AEB8BCFE6E2D}"/>
    <dgm:cxn modelId="{B4B4CF2E-5693-42CC-BFB7-21201CD91A52}" type="presOf" srcId="{92F8F749-FD38-4FB1-8CEA-A6D1DFA51441}" destId="{FDEC16E7-4DE1-4947-BFD0-9BBE2611493D}" srcOrd="0" destOrd="0" presId="urn:microsoft.com/office/officeart/2005/8/layout/cycle5"/>
    <dgm:cxn modelId="{62DA3763-A3A3-4277-9665-D527D59D2A97}" type="presOf" srcId="{1A6C928D-2B18-4104-B35D-CD11312C9A71}" destId="{D44893E5-6F46-4874-BF94-D32114AB64DF}" srcOrd="0" destOrd="0" presId="urn:microsoft.com/office/officeart/2005/8/layout/cycle5"/>
    <dgm:cxn modelId="{D8FB154D-11B4-4B53-85EC-AA66B7C58CA3}" type="presOf" srcId="{ED5CDADB-B1D8-40A6-B558-D35C719B61B7}" destId="{BE4A2E7B-1649-45A8-AC72-CDEB812AD696}" srcOrd="0" destOrd="0" presId="urn:microsoft.com/office/officeart/2005/8/layout/cycle5"/>
    <dgm:cxn modelId="{5F25876D-5E2E-4CDA-A972-309181D312CC}" srcId="{ED5CDADB-B1D8-40A6-B558-D35C719B61B7}" destId="{5D146D2A-E911-4A05-B64F-CE6C66BDA2EA}" srcOrd="0" destOrd="0" parTransId="{F121C4F6-D665-4336-99E8-8CFAEF6502B5}" sibTransId="{80E81EE3-6726-4684-B1AE-0FE1E37812A7}"/>
    <dgm:cxn modelId="{03537672-DAF8-448D-8C47-87D2EE70E485}" type="presOf" srcId="{84103C5C-DE0F-4F66-B4CF-AEB8BCFE6E2D}" destId="{A9D8979C-8E0E-4E48-B572-DD75BA177665}" srcOrd="0" destOrd="0" presId="urn:microsoft.com/office/officeart/2005/8/layout/cycle5"/>
    <dgm:cxn modelId="{CFCB4359-F839-4364-B189-7D55F56355BA}" type="presOf" srcId="{1DFD4709-4C69-45B8-9FF8-0C6B0C8EDC56}" destId="{076F2787-1C93-413E-BA3A-A0C4572D525A}" srcOrd="0" destOrd="0" presId="urn:microsoft.com/office/officeart/2005/8/layout/cycle5"/>
    <dgm:cxn modelId="{82014959-419F-47B5-B7DF-6DD56C31ACF6}" type="presOf" srcId="{B30F62ED-BFDA-4E5C-8C13-77265BAA3A81}" destId="{781102DD-B8C6-480A-B52F-2B0FB41365EC}" srcOrd="0" destOrd="0" presId="urn:microsoft.com/office/officeart/2005/8/layout/cycle5"/>
    <dgm:cxn modelId="{3B50375A-BE65-4B18-976F-C8D6588001B6}" type="presOf" srcId="{DE5CF2B8-0DD5-4287-A862-6708BB380008}" destId="{90CC3967-D33A-4E54-A7EC-942398297E01}" srcOrd="0" destOrd="0" presId="urn:microsoft.com/office/officeart/2005/8/layout/cycle5"/>
    <dgm:cxn modelId="{AE4DE18E-E458-4049-9DCE-C49684DCDD6F}" type="presOf" srcId="{6D270409-DB51-482E-B501-7C2DD54E560D}" destId="{51C0CBCD-57BA-42EC-9B9E-AC57C09989CE}" srcOrd="0" destOrd="0" presId="urn:microsoft.com/office/officeart/2005/8/layout/cycle5"/>
    <dgm:cxn modelId="{F88D5A9B-D177-4DA9-9D8F-48797B3206DC}" srcId="{ED5CDADB-B1D8-40A6-B558-D35C719B61B7}" destId="{DE5CF2B8-0DD5-4287-A862-6708BB380008}" srcOrd="2" destOrd="0" parTransId="{F3E3096F-A31E-452A-80E9-578048DBEBE9}" sibTransId="{0E37EAB9-50F0-4F91-A31E-734BCF407D59}"/>
    <dgm:cxn modelId="{0231F2A3-20FA-495D-8D85-5060ED815D9D}" type="presOf" srcId="{BFE8706E-793D-4A7F-A7F2-D84798210BCF}" destId="{BFF6F7DC-2FB3-42D5-8A9A-23177419D04E}" srcOrd="0" destOrd="0" presId="urn:microsoft.com/office/officeart/2005/8/layout/cycle5"/>
    <dgm:cxn modelId="{C4031DAC-0EBF-42D0-99DE-4559677D165C}" srcId="{ED5CDADB-B1D8-40A6-B558-D35C719B61B7}" destId="{1A6C928D-2B18-4104-B35D-CD11312C9A71}" srcOrd="5" destOrd="0" parTransId="{B03E3AC3-4160-4F3F-A473-69823BC042CC}" sibTransId="{1166D90F-1D9A-4529-ABCC-51BE0DE8863B}"/>
    <dgm:cxn modelId="{C15180B5-CD29-4FF8-A4D3-EF95C41361E1}" type="presOf" srcId="{1166D90F-1D9A-4529-ABCC-51BE0DE8863B}" destId="{8D59140B-6C75-46EA-8FE9-AA12990C13E5}" srcOrd="0" destOrd="0" presId="urn:microsoft.com/office/officeart/2005/8/layout/cycle5"/>
    <dgm:cxn modelId="{70A4B0B6-3528-43B0-B0A8-FF378CCCC801}" type="presOf" srcId="{91C0A2B4-1F75-46C4-8C9D-B683678579E5}" destId="{3288B148-18BC-490E-B1C6-3F73F89016C2}" srcOrd="0" destOrd="0" presId="urn:microsoft.com/office/officeart/2005/8/layout/cycle5"/>
    <dgm:cxn modelId="{3D7E0AC2-7240-4BE4-B9A5-2F052149CDA1}" type="presOf" srcId="{0E37EAB9-50F0-4F91-A31E-734BCF407D59}" destId="{9AC63B33-ADFD-4F2E-9F6A-B71C98C6D6DB}" srcOrd="0" destOrd="0" presId="urn:microsoft.com/office/officeart/2005/8/layout/cycle5"/>
    <dgm:cxn modelId="{6CB8A2D2-C169-4891-A0C9-7F02BCDC24C2}" type="presOf" srcId="{80E81EE3-6726-4684-B1AE-0FE1E37812A7}" destId="{00461D78-B966-4E8F-9835-39DE621D1F49}" srcOrd="0" destOrd="0" presId="urn:microsoft.com/office/officeart/2005/8/layout/cycle5"/>
    <dgm:cxn modelId="{5D3FA9E0-3F47-40B6-B706-08B929D34D5E}" srcId="{ED5CDADB-B1D8-40A6-B558-D35C719B61B7}" destId="{91C0A2B4-1F75-46C4-8C9D-B683678579E5}" srcOrd="6" destOrd="0" parTransId="{43B3DFD5-24A5-4475-AFE5-1062142C8094}" sibTransId="{B30F62ED-BFDA-4E5C-8C13-77265BAA3A81}"/>
    <dgm:cxn modelId="{6FEEC1F4-C354-4D1F-BF1D-88E406861D1D}" type="presOf" srcId="{657803AB-C95B-45FC-8ED6-7E4BA7D4109D}" destId="{1C46AF45-3E73-4007-9102-D33E9615D1F5}" srcOrd="0" destOrd="0" presId="urn:microsoft.com/office/officeart/2005/8/layout/cycle5"/>
    <dgm:cxn modelId="{F7EB40FB-2768-429D-B04C-91DD3820E621}" srcId="{ED5CDADB-B1D8-40A6-B558-D35C719B61B7}" destId="{1DFD4709-4C69-45B8-9FF8-0C6B0C8EDC56}" srcOrd="3" destOrd="0" parTransId="{FC7476B6-576C-4C97-A12D-D50A59CDB678}" sibTransId="{BFE8706E-793D-4A7F-A7F2-D84798210BCF}"/>
    <dgm:cxn modelId="{ECC326FD-0869-4FEB-961A-D5286F8C9CC4}" type="presOf" srcId="{5D146D2A-E911-4A05-B64F-CE6C66BDA2EA}" destId="{B8D025A1-4AF7-4663-A813-303ADBC84CBD}" srcOrd="0" destOrd="0" presId="urn:microsoft.com/office/officeart/2005/8/layout/cycle5"/>
    <dgm:cxn modelId="{3389729D-6002-4C11-A5FF-D9BC4B5EBD9C}" type="presParOf" srcId="{BE4A2E7B-1649-45A8-AC72-CDEB812AD696}" destId="{B8D025A1-4AF7-4663-A813-303ADBC84CBD}" srcOrd="0" destOrd="0" presId="urn:microsoft.com/office/officeart/2005/8/layout/cycle5"/>
    <dgm:cxn modelId="{9ABE5CF5-3B08-42CA-B2CE-397CD297E4BC}" type="presParOf" srcId="{BE4A2E7B-1649-45A8-AC72-CDEB812AD696}" destId="{1027490E-8FE6-4797-9B11-452E3987A280}" srcOrd="1" destOrd="0" presId="urn:microsoft.com/office/officeart/2005/8/layout/cycle5"/>
    <dgm:cxn modelId="{C61597B0-B6F7-4709-A6C5-F153A966C694}" type="presParOf" srcId="{BE4A2E7B-1649-45A8-AC72-CDEB812AD696}" destId="{00461D78-B966-4E8F-9835-39DE621D1F49}" srcOrd="2" destOrd="0" presId="urn:microsoft.com/office/officeart/2005/8/layout/cycle5"/>
    <dgm:cxn modelId="{295916F3-6672-4E0C-AA57-7C7DE4B35745}" type="presParOf" srcId="{BE4A2E7B-1649-45A8-AC72-CDEB812AD696}" destId="{51C0CBCD-57BA-42EC-9B9E-AC57C09989CE}" srcOrd="3" destOrd="0" presId="urn:microsoft.com/office/officeart/2005/8/layout/cycle5"/>
    <dgm:cxn modelId="{191558C7-7FE5-4FD8-93A7-9C2EAADAA7FF}" type="presParOf" srcId="{BE4A2E7B-1649-45A8-AC72-CDEB812AD696}" destId="{18023671-4173-40FA-A9D5-626EEAEB9218}" srcOrd="4" destOrd="0" presId="urn:microsoft.com/office/officeart/2005/8/layout/cycle5"/>
    <dgm:cxn modelId="{AAFEB4B1-62DA-40FA-B954-442CE9288861}" type="presParOf" srcId="{BE4A2E7B-1649-45A8-AC72-CDEB812AD696}" destId="{FDEC16E7-4DE1-4947-BFD0-9BBE2611493D}" srcOrd="5" destOrd="0" presId="urn:microsoft.com/office/officeart/2005/8/layout/cycle5"/>
    <dgm:cxn modelId="{294E53AE-EBC4-4D52-A2A5-F2E28F9600B6}" type="presParOf" srcId="{BE4A2E7B-1649-45A8-AC72-CDEB812AD696}" destId="{90CC3967-D33A-4E54-A7EC-942398297E01}" srcOrd="6" destOrd="0" presId="urn:microsoft.com/office/officeart/2005/8/layout/cycle5"/>
    <dgm:cxn modelId="{1E765A81-B73D-40B1-9558-FE4975318897}" type="presParOf" srcId="{BE4A2E7B-1649-45A8-AC72-CDEB812AD696}" destId="{32F3AA04-4656-4581-B3FB-BDAFC0034CE9}" srcOrd="7" destOrd="0" presId="urn:microsoft.com/office/officeart/2005/8/layout/cycle5"/>
    <dgm:cxn modelId="{257EFD57-055F-4426-8375-6E04586979BD}" type="presParOf" srcId="{BE4A2E7B-1649-45A8-AC72-CDEB812AD696}" destId="{9AC63B33-ADFD-4F2E-9F6A-B71C98C6D6DB}" srcOrd="8" destOrd="0" presId="urn:microsoft.com/office/officeart/2005/8/layout/cycle5"/>
    <dgm:cxn modelId="{7E0BC1E0-300E-4770-9AFC-6EE52B4A6CE3}" type="presParOf" srcId="{BE4A2E7B-1649-45A8-AC72-CDEB812AD696}" destId="{076F2787-1C93-413E-BA3A-A0C4572D525A}" srcOrd="9" destOrd="0" presId="urn:microsoft.com/office/officeart/2005/8/layout/cycle5"/>
    <dgm:cxn modelId="{AE9389D2-1C68-4DFB-A9EA-D75123337DA4}" type="presParOf" srcId="{BE4A2E7B-1649-45A8-AC72-CDEB812AD696}" destId="{3EC683F3-C576-4C33-AF10-E5B62887E651}" srcOrd="10" destOrd="0" presId="urn:microsoft.com/office/officeart/2005/8/layout/cycle5"/>
    <dgm:cxn modelId="{844B45D1-6D20-429B-907C-10C6C4B72430}" type="presParOf" srcId="{BE4A2E7B-1649-45A8-AC72-CDEB812AD696}" destId="{BFF6F7DC-2FB3-42D5-8A9A-23177419D04E}" srcOrd="11" destOrd="0" presId="urn:microsoft.com/office/officeart/2005/8/layout/cycle5"/>
    <dgm:cxn modelId="{C6B7F4A2-ECA0-4D46-A30C-75CC835924B9}" type="presParOf" srcId="{BE4A2E7B-1649-45A8-AC72-CDEB812AD696}" destId="{1C46AF45-3E73-4007-9102-D33E9615D1F5}" srcOrd="12" destOrd="0" presId="urn:microsoft.com/office/officeart/2005/8/layout/cycle5"/>
    <dgm:cxn modelId="{3F620E9A-B4FA-4EC2-90A7-B9AF8768A53C}" type="presParOf" srcId="{BE4A2E7B-1649-45A8-AC72-CDEB812AD696}" destId="{4096B1C1-5563-4645-AF74-2E654BF667A8}" srcOrd="13" destOrd="0" presId="urn:microsoft.com/office/officeart/2005/8/layout/cycle5"/>
    <dgm:cxn modelId="{0EAD4E69-25B4-4AE5-97A4-C872DB379488}" type="presParOf" srcId="{BE4A2E7B-1649-45A8-AC72-CDEB812AD696}" destId="{A9D8979C-8E0E-4E48-B572-DD75BA177665}" srcOrd="14" destOrd="0" presId="urn:microsoft.com/office/officeart/2005/8/layout/cycle5"/>
    <dgm:cxn modelId="{6214578E-ADFB-42E3-9B5E-D7136EBD3DB4}" type="presParOf" srcId="{BE4A2E7B-1649-45A8-AC72-CDEB812AD696}" destId="{D44893E5-6F46-4874-BF94-D32114AB64DF}" srcOrd="15" destOrd="0" presId="urn:microsoft.com/office/officeart/2005/8/layout/cycle5"/>
    <dgm:cxn modelId="{68971D4A-C114-4A27-AF72-624956A3CA96}" type="presParOf" srcId="{BE4A2E7B-1649-45A8-AC72-CDEB812AD696}" destId="{91B1BE08-39FD-439D-98A5-B3BA62BA01CE}" srcOrd="16" destOrd="0" presId="urn:microsoft.com/office/officeart/2005/8/layout/cycle5"/>
    <dgm:cxn modelId="{F16CA5CA-C4EE-4257-AE67-0B5B5E7AAB9E}" type="presParOf" srcId="{BE4A2E7B-1649-45A8-AC72-CDEB812AD696}" destId="{8D59140B-6C75-46EA-8FE9-AA12990C13E5}" srcOrd="17" destOrd="0" presId="urn:microsoft.com/office/officeart/2005/8/layout/cycle5"/>
    <dgm:cxn modelId="{F7C25692-A481-4E02-AE30-515C2AB43CD4}" type="presParOf" srcId="{BE4A2E7B-1649-45A8-AC72-CDEB812AD696}" destId="{3288B148-18BC-490E-B1C6-3F73F89016C2}" srcOrd="18" destOrd="0" presId="urn:microsoft.com/office/officeart/2005/8/layout/cycle5"/>
    <dgm:cxn modelId="{EB819D59-7019-4B35-A786-EBAD90220D7B}" type="presParOf" srcId="{BE4A2E7B-1649-45A8-AC72-CDEB812AD696}" destId="{9F34319F-92CA-4985-AEA8-B7ACCFF284EF}" srcOrd="19" destOrd="0" presId="urn:microsoft.com/office/officeart/2005/8/layout/cycle5"/>
    <dgm:cxn modelId="{71D8154C-5CE8-4619-860F-B66AD5924EC4}" type="presParOf" srcId="{BE4A2E7B-1649-45A8-AC72-CDEB812AD696}" destId="{781102DD-B8C6-480A-B52F-2B0FB41365EC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502BB-2500-4F7E-AEA9-0ABD5501F88D}">
      <dsp:nvSpPr>
        <dsp:cNvPr id="0" name=""/>
        <dsp:cNvSpPr/>
      </dsp:nvSpPr>
      <dsp:spPr>
        <a:xfrm>
          <a:off x="4868606" y="2894706"/>
          <a:ext cx="3508978" cy="570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492"/>
              </a:lnTo>
              <a:lnTo>
                <a:pt x="3508978" y="285492"/>
              </a:lnTo>
              <a:lnTo>
                <a:pt x="3508978" y="57098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01BF1-1FFF-48AC-81C8-27674214837B}">
      <dsp:nvSpPr>
        <dsp:cNvPr id="0" name=""/>
        <dsp:cNvSpPr/>
      </dsp:nvSpPr>
      <dsp:spPr>
        <a:xfrm>
          <a:off x="4822886" y="2894706"/>
          <a:ext cx="91440" cy="5709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098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39F59-5DEB-44E7-A62D-2E65D7DBE73A}">
      <dsp:nvSpPr>
        <dsp:cNvPr id="0" name=""/>
        <dsp:cNvSpPr/>
      </dsp:nvSpPr>
      <dsp:spPr>
        <a:xfrm>
          <a:off x="1359628" y="2894706"/>
          <a:ext cx="3508978" cy="570985"/>
        </a:xfrm>
        <a:custGeom>
          <a:avLst/>
          <a:gdLst/>
          <a:ahLst/>
          <a:cxnLst/>
          <a:rect l="0" t="0" r="0" b="0"/>
          <a:pathLst>
            <a:path>
              <a:moveTo>
                <a:pt x="3508978" y="0"/>
              </a:moveTo>
              <a:lnTo>
                <a:pt x="3508978" y="285492"/>
              </a:lnTo>
              <a:lnTo>
                <a:pt x="0" y="285492"/>
              </a:lnTo>
              <a:lnTo>
                <a:pt x="0" y="57098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A2CB43-E9E1-4C78-93B8-1B834ED8100A}">
      <dsp:nvSpPr>
        <dsp:cNvPr id="0" name=""/>
        <dsp:cNvSpPr/>
      </dsp:nvSpPr>
      <dsp:spPr>
        <a:xfrm>
          <a:off x="3039481" y="1377435"/>
          <a:ext cx="3658250" cy="15172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(A) Imposed Upon Manufacturer / Supplier</a:t>
          </a:r>
          <a:endParaRPr lang="en-IN" sz="3200" kern="1200" dirty="0"/>
        </a:p>
      </dsp:txBody>
      <dsp:txXfrm>
        <a:off x="3039481" y="1377435"/>
        <a:ext cx="3658250" cy="1517271"/>
      </dsp:txXfrm>
    </dsp:sp>
    <dsp:sp modelId="{261186B7-DA0B-4CA8-AE90-42DD9BE2968A}">
      <dsp:nvSpPr>
        <dsp:cNvPr id="0" name=""/>
        <dsp:cNvSpPr/>
      </dsp:nvSpPr>
      <dsp:spPr>
        <a:xfrm>
          <a:off x="138" y="3465692"/>
          <a:ext cx="2718978" cy="13594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Regulatory</a:t>
          </a:r>
          <a:endParaRPr lang="en-IN" sz="2800" kern="1200" dirty="0"/>
        </a:p>
      </dsp:txBody>
      <dsp:txXfrm>
        <a:off x="138" y="3465692"/>
        <a:ext cx="2718978" cy="1359489"/>
      </dsp:txXfrm>
    </dsp:sp>
    <dsp:sp modelId="{75C0C9AD-5C27-43F8-B3CA-97CCA929F387}">
      <dsp:nvSpPr>
        <dsp:cNvPr id="0" name=""/>
        <dsp:cNvSpPr/>
      </dsp:nvSpPr>
      <dsp:spPr>
        <a:xfrm>
          <a:off x="3290103" y="3465692"/>
          <a:ext cx="3157006" cy="13615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Customer or Potential Customer</a:t>
          </a:r>
          <a:endParaRPr lang="en-IN" sz="2800" kern="1200" dirty="0"/>
        </a:p>
      </dsp:txBody>
      <dsp:txXfrm>
        <a:off x="3290103" y="3465692"/>
        <a:ext cx="3157006" cy="1361501"/>
      </dsp:txXfrm>
    </dsp:sp>
    <dsp:sp modelId="{79B6EE04-EDDD-4CAE-8C9A-7C65EBBCA26F}">
      <dsp:nvSpPr>
        <dsp:cNvPr id="0" name=""/>
        <dsp:cNvSpPr/>
      </dsp:nvSpPr>
      <dsp:spPr>
        <a:xfrm>
          <a:off x="7018095" y="3465692"/>
          <a:ext cx="2718978" cy="13594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Third party (on behalf of customer)</a:t>
          </a:r>
          <a:endParaRPr lang="en-IN" sz="2800" kern="1200" dirty="0"/>
        </a:p>
      </dsp:txBody>
      <dsp:txXfrm>
        <a:off x="7018095" y="3465692"/>
        <a:ext cx="2718978" cy="1359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502BB-2500-4F7E-AEA9-0ABD5501F88D}">
      <dsp:nvSpPr>
        <dsp:cNvPr id="0" name=""/>
        <dsp:cNvSpPr/>
      </dsp:nvSpPr>
      <dsp:spPr>
        <a:xfrm>
          <a:off x="3958303" y="2115282"/>
          <a:ext cx="2241217" cy="999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9740"/>
              </a:lnTo>
              <a:lnTo>
                <a:pt x="2241217" y="499740"/>
              </a:lnTo>
              <a:lnTo>
                <a:pt x="2241217" y="99948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01BF1-1FFF-48AC-81C8-27674214837B}">
      <dsp:nvSpPr>
        <dsp:cNvPr id="0" name=""/>
        <dsp:cNvSpPr/>
      </dsp:nvSpPr>
      <dsp:spPr>
        <a:xfrm>
          <a:off x="1744500" y="2115282"/>
          <a:ext cx="2213803" cy="999481"/>
        </a:xfrm>
        <a:custGeom>
          <a:avLst/>
          <a:gdLst/>
          <a:ahLst/>
          <a:cxnLst/>
          <a:rect l="0" t="0" r="0" b="0"/>
          <a:pathLst>
            <a:path>
              <a:moveTo>
                <a:pt x="2213803" y="0"/>
              </a:moveTo>
              <a:lnTo>
                <a:pt x="2213803" y="499740"/>
              </a:lnTo>
              <a:lnTo>
                <a:pt x="0" y="499740"/>
              </a:lnTo>
              <a:lnTo>
                <a:pt x="0" y="99948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A2CB43-E9E1-4C78-93B8-1B834ED8100A}">
      <dsp:nvSpPr>
        <dsp:cNvPr id="0" name=""/>
        <dsp:cNvSpPr/>
      </dsp:nvSpPr>
      <dsp:spPr>
        <a:xfrm>
          <a:off x="1194618" y="635455"/>
          <a:ext cx="5527369" cy="1479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(B) Performed by Manufacturer</a:t>
          </a:r>
          <a:endParaRPr lang="en-IN" sz="3200" kern="1200" dirty="0"/>
        </a:p>
      </dsp:txBody>
      <dsp:txXfrm>
        <a:off x="1194618" y="635455"/>
        <a:ext cx="5527369" cy="1479827"/>
      </dsp:txXfrm>
    </dsp:sp>
    <dsp:sp modelId="{75C0C9AD-5C27-43F8-B3CA-97CCA929F387}">
      <dsp:nvSpPr>
        <dsp:cNvPr id="0" name=""/>
        <dsp:cNvSpPr/>
      </dsp:nvSpPr>
      <dsp:spPr>
        <a:xfrm>
          <a:off x="3022" y="3114764"/>
          <a:ext cx="3482954" cy="13259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Internal (Self inspection)</a:t>
          </a:r>
          <a:endParaRPr lang="en-IN" sz="2800" kern="1200" dirty="0"/>
        </a:p>
      </dsp:txBody>
      <dsp:txXfrm>
        <a:off x="3022" y="3114764"/>
        <a:ext cx="3482954" cy="1325930"/>
      </dsp:txXfrm>
    </dsp:sp>
    <dsp:sp modelId="{79B6EE04-EDDD-4CAE-8C9A-7C65EBBCA26F}">
      <dsp:nvSpPr>
        <dsp:cNvPr id="0" name=""/>
        <dsp:cNvSpPr/>
      </dsp:nvSpPr>
      <dsp:spPr>
        <a:xfrm>
          <a:off x="4485458" y="3114764"/>
          <a:ext cx="3428125" cy="13799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External</a:t>
          </a:r>
          <a:endParaRPr lang="en-IN" sz="2800" kern="1200" dirty="0"/>
        </a:p>
      </dsp:txBody>
      <dsp:txXfrm>
        <a:off x="4485458" y="3114764"/>
        <a:ext cx="3428125" cy="13799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025A1-4AF7-4663-A813-303ADBC84CBD}">
      <dsp:nvSpPr>
        <dsp:cNvPr id="0" name=""/>
        <dsp:cNvSpPr/>
      </dsp:nvSpPr>
      <dsp:spPr>
        <a:xfrm>
          <a:off x="3793635" y="2727"/>
          <a:ext cx="1420180" cy="9231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Plan and Prepare</a:t>
          </a:r>
          <a:endParaRPr lang="en-IN" sz="2000" kern="1200" dirty="0"/>
        </a:p>
      </dsp:txBody>
      <dsp:txXfrm>
        <a:off x="3838698" y="47790"/>
        <a:ext cx="1330054" cy="832991"/>
      </dsp:txXfrm>
    </dsp:sp>
    <dsp:sp modelId="{00461D78-B966-4E8F-9835-39DE621D1F49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3533934" y="157061"/>
              </a:moveTo>
              <a:arcTo wR="2637387" hR="2637387" stAng="17392385" swAng="773171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0CBCD-57BA-42EC-9B9E-AC57C09989CE}">
      <dsp:nvSpPr>
        <dsp:cNvPr id="0" name=""/>
        <dsp:cNvSpPr/>
      </dsp:nvSpPr>
      <dsp:spPr>
        <a:xfrm>
          <a:off x="5855628" y="995730"/>
          <a:ext cx="1420180" cy="923117"/>
        </a:xfrm>
        <a:prstGeom prst="roundRect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Arrange and Announce</a:t>
          </a:r>
          <a:endParaRPr lang="en-IN" sz="2000" kern="1200" dirty="0"/>
        </a:p>
      </dsp:txBody>
      <dsp:txXfrm>
        <a:off x="5900691" y="1040793"/>
        <a:ext cx="1330054" cy="832991"/>
      </dsp:txXfrm>
    </dsp:sp>
    <dsp:sp modelId="{FDEC16E7-4DE1-4947-BFD0-9BBE2611493D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5091322" y="1670943"/>
              </a:moveTo>
              <a:arcTo wR="2637387" hR="2637387" stAng="20310227" swAng="940350"/>
            </a:path>
          </a:pathLst>
        </a:custGeom>
        <a:noFill/>
        <a:ln w="6350" cap="flat" cmpd="sng" algn="ctr">
          <a:solidFill>
            <a:schemeClr val="accent5">
              <a:hueOff val="-1655646"/>
              <a:satOff val="6635"/>
              <a:lumOff val="143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CC3967-D33A-4E54-A7EC-942398297E01}">
      <dsp:nvSpPr>
        <dsp:cNvPr id="0" name=""/>
        <dsp:cNvSpPr/>
      </dsp:nvSpPr>
      <dsp:spPr>
        <a:xfrm>
          <a:off x="6222986" y="3070672"/>
          <a:ext cx="1704003" cy="123574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Arrive at site of Audit, meet, explain, purpose</a:t>
          </a:r>
          <a:endParaRPr lang="en-IN" sz="2000" kern="1200" dirty="0"/>
        </a:p>
      </dsp:txBody>
      <dsp:txXfrm>
        <a:off x="6283310" y="3130996"/>
        <a:ext cx="1583355" cy="1115101"/>
      </dsp:txXfrm>
    </dsp:sp>
    <dsp:sp modelId="{9AC63B33-ADFD-4F2E-9F6A-B71C98C6D6DB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4897219" y="3997155"/>
              </a:moveTo>
              <a:arcTo wR="2637387" hR="2637387" stAng="1862150" swAng="699474"/>
            </a:path>
          </a:pathLst>
        </a:custGeom>
        <a:noFill/>
        <a:ln w="635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6F2787-1C93-413E-BA3A-A0C4572D525A}">
      <dsp:nvSpPr>
        <dsp:cNvPr id="0" name=""/>
        <dsp:cNvSpPr/>
      </dsp:nvSpPr>
      <dsp:spPr>
        <a:xfrm>
          <a:off x="4937955" y="5016318"/>
          <a:ext cx="1420180" cy="923117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Perform Audit</a:t>
          </a:r>
          <a:endParaRPr lang="en-IN" sz="2000" kern="1200" dirty="0"/>
        </a:p>
      </dsp:txBody>
      <dsp:txXfrm>
        <a:off x="4983018" y="5061381"/>
        <a:ext cx="1330054" cy="832991"/>
      </dsp:txXfrm>
    </dsp:sp>
    <dsp:sp modelId="{BFF6F7DC-2FB3-42D5-8A9A-23177419D04E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2899477" y="5261719"/>
              </a:moveTo>
              <a:arcTo wR="2637387" hR="2637387" stAng="5057809" swAng="684382"/>
            </a:path>
          </a:pathLst>
        </a:custGeom>
        <a:noFill/>
        <a:ln w="635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46AF45-3E73-4007-9102-D33E9615D1F5}">
      <dsp:nvSpPr>
        <dsp:cNvPr id="0" name=""/>
        <dsp:cNvSpPr/>
      </dsp:nvSpPr>
      <dsp:spPr>
        <a:xfrm>
          <a:off x="2649316" y="5016318"/>
          <a:ext cx="1420180" cy="923117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Informal oral report of finding</a:t>
          </a:r>
          <a:endParaRPr lang="en-IN" sz="2000" kern="1200" dirty="0"/>
        </a:p>
      </dsp:txBody>
      <dsp:txXfrm>
        <a:off x="2694379" y="5061381"/>
        <a:ext cx="1330054" cy="832991"/>
      </dsp:txXfrm>
    </dsp:sp>
    <dsp:sp modelId="{A9D8979C-8E0E-4E48-B572-DD75BA177665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668943" y="4392676"/>
              </a:moveTo>
              <a:arcTo wR="2637387" hR="2637387" stAng="8296569" swAng="879440"/>
            </a:path>
          </a:pathLst>
        </a:custGeom>
        <a:noFill/>
        <a:ln w="635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4893E5-6F46-4874-BF94-D32114AB64DF}">
      <dsp:nvSpPr>
        <dsp:cNvPr id="0" name=""/>
        <dsp:cNvSpPr/>
      </dsp:nvSpPr>
      <dsp:spPr>
        <a:xfrm>
          <a:off x="807332" y="3277146"/>
          <a:ext cx="2250261" cy="822802"/>
        </a:xfrm>
        <a:prstGeom prst="roundRect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Formal report with recommendations</a:t>
          </a:r>
          <a:endParaRPr lang="en-IN" sz="2000" kern="1200" dirty="0"/>
        </a:p>
      </dsp:txBody>
      <dsp:txXfrm>
        <a:off x="847498" y="3317312"/>
        <a:ext cx="2169929" cy="742470"/>
      </dsp:txXfrm>
    </dsp:sp>
    <dsp:sp modelId="{8D59140B-6C75-46EA-8FE9-AA12990C13E5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1954" y="2535872"/>
              </a:moveTo>
              <a:arcTo wR="2637387" hR="2637387" stAng="10932354" swAng="1105187"/>
            </a:path>
          </a:pathLst>
        </a:custGeom>
        <a:noFill/>
        <a:ln w="6350" cap="flat" cmpd="sng" algn="ctr">
          <a:solidFill>
            <a:schemeClr val="accent5">
              <a:hueOff val="-8278230"/>
              <a:satOff val="33176"/>
              <a:lumOff val="71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88B148-18BC-490E-B1C6-3F73F89016C2}">
      <dsp:nvSpPr>
        <dsp:cNvPr id="0" name=""/>
        <dsp:cNvSpPr/>
      </dsp:nvSpPr>
      <dsp:spPr>
        <a:xfrm>
          <a:off x="1731643" y="995730"/>
          <a:ext cx="1420180" cy="923117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Follow-up</a:t>
          </a:r>
          <a:endParaRPr lang="en-IN" sz="2000" kern="1200" dirty="0"/>
        </a:p>
      </dsp:txBody>
      <dsp:txXfrm>
        <a:off x="1776706" y="1040793"/>
        <a:ext cx="1330054" cy="832991"/>
      </dsp:txXfrm>
    </dsp:sp>
    <dsp:sp modelId="{781102DD-B8C6-480A-B52F-2B0FB41365EC}">
      <dsp:nvSpPr>
        <dsp:cNvPr id="0" name=""/>
        <dsp:cNvSpPr/>
      </dsp:nvSpPr>
      <dsp:spPr>
        <a:xfrm>
          <a:off x="1866338" y="464286"/>
          <a:ext cx="5274774" cy="5274774"/>
        </a:xfrm>
        <a:custGeom>
          <a:avLst/>
          <a:gdLst/>
          <a:ahLst/>
          <a:cxnLst/>
          <a:rect l="0" t="0" r="0" b="0"/>
          <a:pathLst>
            <a:path>
              <a:moveTo>
                <a:pt x="1210269" y="419472"/>
              </a:moveTo>
              <a:arcTo wR="2637387" hR="2637387" stAng="14234444" swAng="773171"/>
            </a:path>
          </a:pathLst>
        </a:custGeom>
        <a:noFill/>
        <a:ln w="635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Quality Audit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</a:t>
            </a:r>
            <a:r>
              <a:rPr lang="en-I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- Definition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278193"/>
            <a:ext cx="10977716" cy="333952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A systematic and independent examination to determine whether quality activities and related results comply with planned arrangements, and whether these arrangements are implemented effectively and are suitable to achieve objectives.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- Goal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278193"/>
            <a:ext cx="10977716" cy="333952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To collect objective evidence to permit an informed judgement about the status of the systems or product being audited.</a:t>
            </a:r>
          </a:p>
        </p:txBody>
      </p:sp>
    </p:spTree>
    <p:extLst>
      <p:ext uri="{BB962C8B-B14F-4D97-AF65-F5344CB8AC3E}">
        <p14:creationId xmlns:p14="http://schemas.microsoft.com/office/powerpoint/2010/main" val="185115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- Types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278193"/>
            <a:ext cx="10977716" cy="333952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Internal (First Party, Self)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This type includes audits by company employees, consultants and contractors</a:t>
            </a:r>
          </a:p>
        </p:txBody>
      </p:sp>
    </p:spTree>
    <p:extLst>
      <p:ext uri="{BB962C8B-B14F-4D97-AF65-F5344CB8AC3E}">
        <p14:creationId xmlns:p14="http://schemas.microsoft.com/office/powerpoint/2010/main" val="32838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- Types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824548"/>
            <a:ext cx="10977716" cy="333952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External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Supplier Audit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Second Party: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Customer employee audit your company</a:t>
            </a:r>
          </a:p>
          <a:p>
            <a:pPr marL="1371600" lvl="3" indent="0" algn="just">
              <a:lnSpc>
                <a:spcPct val="150000"/>
              </a:lnSpc>
              <a:buNone/>
            </a:pPr>
            <a:r>
              <a:rPr lang="en-US" altLang="en-US" sz="3200" dirty="0">
                <a:latin typeface="+mj-lt"/>
              </a:rPr>
              <a:t>				or</a:t>
            </a:r>
          </a:p>
          <a:p>
            <a:pPr lvl="3" algn="just">
              <a:lnSpc>
                <a:spcPct val="100000"/>
              </a:lnSpc>
            </a:pPr>
            <a:r>
              <a:rPr lang="en-US" altLang="en-US" sz="3200" dirty="0">
                <a:latin typeface="+mj-lt"/>
              </a:rPr>
              <a:t>Your employee audit a company which supplies your company with a product or service</a:t>
            </a:r>
          </a:p>
        </p:txBody>
      </p:sp>
    </p:spTree>
    <p:extLst>
      <p:ext uri="{BB962C8B-B14F-4D97-AF65-F5344CB8AC3E}">
        <p14:creationId xmlns:p14="http://schemas.microsoft.com/office/powerpoint/2010/main" val="183320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- Types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167448"/>
            <a:ext cx="10977716" cy="333952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External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Independent Organization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b="1" dirty="0">
                <a:latin typeface="+mj-lt"/>
              </a:rPr>
              <a:t>Third Party: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Customer wants an audit of your company</a:t>
            </a:r>
          </a:p>
        </p:txBody>
      </p:sp>
    </p:spTree>
    <p:extLst>
      <p:ext uri="{BB962C8B-B14F-4D97-AF65-F5344CB8AC3E}">
        <p14:creationId xmlns:p14="http://schemas.microsoft.com/office/powerpoint/2010/main" val="362521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Quality Audit Sub - Types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39351" y="1007428"/>
            <a:ext cx="11513298" cy="5301932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en-US" sz="3200" b="1" dirty="0">
                <a:latin typeface="+mj-lt"/>
              </a:rPr>
              <a:t>Compliance (do we comply with the standard)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3200" dirty="0">
                <a:latin typeface="+mj-lt"/>
              </a:rPr>
              <a:t>Example: Desk audit of high level systems</a:t>
            </a:r>
          </a:p>
          <a:p>
            <a:pPr algn="just">
              <a:lnSpc>
                <a:spcPct val="100000"/>
              </a:lnSpc>
            </a:pPr>
            <a:r>
              <a:rPr lang="en-US" altLang="en-US" sz="3200" b="1" dirty="0">
                <a:latin typeface="+mj-lt"/>
              </a:rPr>
              <a:t>System (the theory)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3200" dirty="0">
                <a:latin typeface="+mj-lt"/>
              </a:rPr>
              <a:t>Example: Audit of Document control</a:t>
            </a:r>
          </a:p>
          <a:p>
            <a:pPr algn="just">
              <a:lnSpc>
                <a:spcPct val="100000"/>
              </a:lnSpc>
            </a:pPr>
            <a:r>
              <a:rPr lang="en-US" altLang="en-US" sz="3200" b="1" dirty="0">
                <a:latin typeface="+mj-lt"/>
              </a:rPr>
              <a:t>Process (the practice)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3200" dirty="0">
                <a:latin typeface="+mj-lt"/>
              </a:rPr>
              <a:t>Example:  Audit of any process (manufacturing)</a:t>
            </a:r>
          </a:p>
          <a:p>
            <a:pPr algn="just">
              <a:lnSpc>
                <a:spcPct val="100000"/>
              </a:lnSpc>
            </a:pPr>
            <a:r>
              <a:rPr lang="en-US" altLang="en-US" sz="3200" b="1" dirty="0">
                <a:latin typeface="+mj-lt"/>
              </a:rPr>
              <a:t>Product (the result)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3200" dirty="0">
                <a:latin typeface="+mj-lt"/>
              </a:rPr>
              <a:t>Example: Audit of finished products to fulfill technical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867870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Audit terms Definitions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39351" y="1007428"/>
            <a:ext cx="11513298" cy="5301932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Auditor: </a:t>
            </a:r>
            <a:r>
              <a:rPr lang="en-US" altLang="en-US" sz="3200" dirty="0">
                <a:latin typeface="+mj-lt"/>
              </a:rPr>
              <a:t>A person who has appropriate qualifications and performs audits.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Client:</a:t>
            </a:r>
            <a:r>
              <a:rPr lang="en-US" altLang="en-US" sz="3200" dirty="0">
                <a:latin typeface="+mj-lt"/>
              </a:rPr>
              <a:t> A person or organization requesting the audit.</a:t>
            </a:r>
          </a:p>
          <a:p>
            <a:pPr lvl="1"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dirty="0">
                <a:latin typeface="+mj-lt"/>
              </a:rPr>
              <a:t>For Internal audits, this is the Management Representative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Auditee: </a:t>
            </a:r>
            <a:r>
              <a:rPr lang="en-US" altLang="en-US" sz="3200" dirty="0">
                <a:latin typeface="+mj-lt"/>
              </a:rPr>
              <a:t>An organization, facility or person being audited.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Quality System: </a:t>
            </a:r>
            <a:r>
              <a:rPr lang="en-US" altLang="en-US" sz="3200" dirty="0">
                <a:latin typeface="+mj-lt"/>
              </a:rPr>
              <a:t>The organizational structure, responsibilities, procedures, processes and resources for implementing quality management. </a:t>
            </a:r>
          </a:p>
        </p:txBody>
      </p:sp>
    </p:spTree>
    <p:extLst>
      <p:ext uri="{BB962C8B-B14F-4D97-AF65-F5344CB8AC3E}">
        <p14:creationId xmlns:p14="http://schemas.microsoft.com/office/powerpoint/2010/main" val="2934061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Audit terms Definitions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39351" y="1007428"/>
            <a:ext cx="11513298" cy="5301932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Observation:</a:t>
            </a:r>
            <a:r>
              <a:rPr lang="en-US" altLang="en-US" sz="3200" dirty="0">
                <a:latin typeface="+mj-lt"/>
              </a:rPr>
              <a:t> A statement of fact made during an audit and substantiated by objective evidence. 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Nonconformity:</a:t>
            </a:r>
            <a:r>
              <a:rPr lang="en-US" altLang="en-US" sz="3200" dirty="0">
                <a:latin typeface="+mj-lt"/>
              </a:rPr>
              <a:t> The non-fulfilment of specified requirements.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r>
              <a:rPr lang="en-US" altLang="en-US" sz="3200" b="1" dirty="0">
                <a:latin typeface="+mj-lt"/>
              </a:rPr>
              <a:t>Objective Evidence: </a:t>
            </a:r>
            <a:r>
              <a:rPr lang="en-US" altLang="en-US" sz="3200" dirty="0">
                <a:latin typeface="+mj-lt"/>
              </a:rPr>
              <a:t>Qualitative or quantitative information, records or statements of fact pertaining to the quality of an item or service or to the existence and implementation of a quality system element, which is based on observation, measurement or test and which can be verified. </a:t>
            </a:r>
          </a:p>
          <a:p>
            <a:pPr algn="just">
              <a:lnSpc>
                <a:spcPct val="100000"/>
              </a:lnSpc>
              <a:spcBef>
                <a:spcPts val="2400"/>
              </a:spcBef>
            </a:pPr>
            <a:endParaRPr lang="en-US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567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Who performs an Audit? </a:t>
            </a:r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F6C587C-379B-56FA-42B0-EF8D0373D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569118"/>
              </p:ext>
            </p:extLst>
          </p:nvPr>
        </p:nvGraphicFramePr>
        <p:xfrm>
          <a:off x="1227393" y="326685"/>
          <a:ext cx="9737213" cy="6204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96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Who performs an Audit? </a:t>
            </a:r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F6C587C-379B-56FA-42B0-EF8D0373D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073806"/>
              </p:ext>
            </p:extLst>
          </p:nvPr>
        </p:nvGraphicFramePr>
        <p:xfrm>
          <a:off x="2318773" y="863891"/>
          <a:ext cx="7916607" cy="5130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646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Who performs an Audit? </a:t>
            </a:r>
            <a:endParaRPr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0784DEE-BF66-B01E-25B9-269BF4AEA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81537"/>
              </p:ext>
            </p:extLst>
          </p:nvPr>
        </p:nvGraphicFramePr>
        <p:xfrm>
          <a:off x="1397820" y="1668272"/>
          <a:ext cx="3896852" cy="352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852">
                  <a:extLst>
                    <a:ext uri="{9D8B030D-6E8A-4147-A177-3AD203B41FA5}">
                      <a16:colId xmlns:a16="http://schemas.microsoft.com/office/drawing/2014/main" val="1305204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Internal (Self - Inspection)</a:t>
                      </a:r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22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Overall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Departmental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Product – oriented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System – oriented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3517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D87B65-8963-19F5-AB01-B0F28EFF1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665132"/>
              </p:ext>
            </p:extLst>
          </p:nvPr>
        </p:nvGraphicFramePr>
        <p:xfrm>
          <a:off x="6096000" y="1356950"/>
          <a:ext cx="4380272" cy="414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0272">
                  <a:extLst>
                    <a:ext uri="{9D8B030D-6E8A-4147-A177-3AD203B41FA5}">
                      <a16:colId xmlns:a16="http://schemas.microsoft.com/office/drawing/2014/main" val="1305204632"/>
                    </a:ext>
                  </a:extLst>
                </a:gridCol>
              </a:tblGrid>
              <a:tr h="92744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External</a:t>
                      </a:r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22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Supplier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Contract Manufacturer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Contract Packager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Of contract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Warehouse / distributor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35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371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Reasons for Quality Audit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CD596-3515-14FE-FF9E-2139533584A4}"/>
              </a:ext>
            </a:extLst>
          </p:cNvPr>
          <p:cNvSpPr txBox="1"/>
          <p:nvPr/>
        </p:nvSpPr>
        <p:spPr>
          <a:xfrm>
            <a:off x="259602" y="1012954"/>
            <a:ext cx="1082749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>
                <a:latin typeface="+mj-lt"/>
              </a:rPr>
              <a:t>Internal: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Determine the level of compliance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Build confidence (hopefully) in GMP and the QA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Build interdepartmental trust, understanding and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Determine measures necessary to improve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Premises, Equipment and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Operations, actions, procedures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Personnel /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Provide a stimulus for improvement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Recommend corrective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Monitor improvement</a:t>
            </a:r>
          </a:p>
        </p:txBody>
      </p:sp>
    </p:spTree>
    <p:extLst>
      <p:ext uri="{BB962C8B-B14F-4D97-AF65-F5344CB8AC3E}">
        <p14:creationId xmlns:p14="http://schemas.microsoft.com/office/powerpoint/2010/main" val="16529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Reasons for Quality Audit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CD596-3515-14FE-FF9E-2139533584A4}"/>
              </a:ext>
            </a:extLst>
          </p:cNvPr>
          <p:cNvSpPr txBox="1"/>
          <p:nvPr/>
        </p:nvSpPr>
        <p:spPr>
          <a:xfrm>
            <a:off x="259602" y="1012954"/>
            <a:ext cx="10827498" cy="4540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latin typeface="+mj-lt"/>
              </a:rPr>
              <a:t>External: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Establish and monitor capability of supplier or contractor to deliver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Goods and services that are fit for purpose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Build mutual confidence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Promote understanding and communication between the parties involved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And in general, as listed for ‘internal’</a:t>
            </a:r>
          </a:p>
        </p:txBody>
      </p:sp>
    </p:spTree>
    <p:extLst>
      <p:ext uri="{BB962C8B-B14F-4D97-AF65-F5344CB8AC3E}">
        <p14:creationId xmlns:p14="http://schemas.microsoft.com/office/powerpoint/2010/main" val="151987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Steps in Quality Audit</a:t>
            </a:r>
            <a:endParaRPr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17F3D81-47B6-45FC-C48B-C24FBF634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45472"/>
              </p:ext>
            </p:extLst>
          </p:nvPr>
        </p:nvGraphicFramePr>
        <p:xfrm>
          <a:off x="2031999" y="719666"/>
          <a:ext cx="8734323" cy="5942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5506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Typical Audit system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378E7-5342-F2C0-3FC7-904AD3B7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21" y="1116422"/>
            <a:ext cx="9692558" cy="462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01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5138308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Process Audit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8326C-A17E-465F-02AF-B0DE2EDA0B60}"/>
              </a:ext>
            </a:extLst>
          </p:cNvPr>
          <p:cNvSpPr txBox="1"/>
          <p:nvPr/>
        </p:nvSpPr>
        <p:spPr>
          <a:xfrm>
            <a:off x="1133691" y="1022158"/>
            <a:ext cx="8292465" cy="4540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Examination of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Established 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Instructions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Work flow for processes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Maintenance programs for production equipment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Material handling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Housekeeping around the work area</a:t>
            </a:r>
          </a:p>
        </p:txBody>
      </p:sp>
    </p:spTree>
    <p:extLst>
      <p:ext uri="{BB962C8B-B14F-4D97-AF65-F5344CB8AC3E}">
        <p14:creationId xmlns:p14="http://schemas.microsoft.com/office/powerpoint/2010/main" val="196944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5138308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Process Audit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8326C-A17E-465F-02AF-B0DE2EDA0B60}"/>
              </a:ext>
            </a:extLst>
          </p:cNvPr>
          <p:cNvSpPr txBox="1"/>
          <p:nvPr/>
        </p:nvSpPr>
        <p:spPr>
          <a:xfrm>
            <a:off x="230582" y="828437"/>
            <a:ext cx="11730836" cy="583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Here company’s procedures are validated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Processes are sub-parts of a system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Process audits are generally a part of larger system audit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However, they can be performed independently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 internal audit may indicate need to perform a specific process audit.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Almost always, one or more other processes will interact with any given process.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One very important issue to consider in the effectiveness of communications between systems and processes.</a:t>
            </a:r>
          </a:p>
        </p:txBody>
      </p:sp>
    </p:spTree>
    <p:extLst>
      <p:ext uri="{BB962C8B-B14F-4D97-AF65-F5344CB8AC3E}">
        <p14:creationId xmlns:p14="http://schemas.microsoft.com/office/powerpoint/2010/main" val="235849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11398998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Inter-relationship between different processes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5B43C-FAF9-B58B-C04E-B8A6FE92A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62419" y="982303"/>
            <a:ext cx="8649195" cy="538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18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5836398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Tools of the Auditor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9354E-9AAD-5C44-CC9D-436F492CB0F4}"/>
              </a:ext>
            </a:extLst>
          </p:cNvPr>
          <p:cNvSpPr txBox="1"/>
          <p:nvPr/>
        </p:nvSpPr>
        <p:spPr>
          <a:xfrm>
            <a:off x="782954" y="922384"/>
            <a:ext cx="10418446" cy="50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1. Documents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Quality and GMP regulations, standards, and guidelines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Previous audit and follow-up reports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Auditee’s own documents and records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Audit checklists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Requires that auditor evaluates a certain number of procedures, plans and documents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2. The auditors own eyes, ears, brain, words, character, etc.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3. Auditing plan</a:t>
            </a:r>
          </a:p>
        </p:txBody>
      </p:sp>
    </p:spTree>
    <p:extLst>
      <p:ext uri="{BB962C8B-B14F-4D97-AF65-F5344CB8AC3E}">
        <p14:creationId xmlns:p14="http://schemas.microsoft.com/office/powerpoint/2010/main" val="143407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47021</TotalTime>
  <Words>736</Words>
  <Application>Microsoft Office PowerPoint</Application>
  <PresentationFormat>Widescreen</PresentationFormat>
  <Paragraphs>122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1176</cp:revision>
  <dcterms:created xsi:type="dcterms:W3CDTF">2019-07-04T04:21:14Z</dcterms:created>
  <dcterms:modified xsi:type="dcterms:W3CDTF">2024-09-11T03:38:48Z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