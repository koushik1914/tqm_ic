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57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911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59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67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77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844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2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614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2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Indian Constitution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23LAW300 • B.Tech CSE</a:t>
            </a:r>
          </a:p>
          <a:p>
            <a:r>
              <a:t>Course Overview &amp;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the Indian Constitution, its principles, institutions, rights and duties.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functions of Indian Government</a:t>
            </a:r>
          </a:p>
          <a:p>
            <a:r>
              <a:t>• Abide by constitutional principles</a:t>
            </a:r>
          </a:p>
          <a:p>
            <a:r>
              <a:t>• Appreciate India's cultural diversity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Background</a:t>
            </a:r>
          </a:p>
          <a:p>
            <a:r>
              <a:t>Preamble &amp; Ethos</a:t>
            </a:r>
          </a:p>
          <a:p>
            <a:r>
              <a:t>Legislature</a:t>
            </a:r>
          </a:p>
          <a:p>
            <a:r>
              <a:t>Executive</a:t>
            </a:r>
          </a:p>
          <a:p>
            <a:r>
              <a:t>Judiciary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Unit 1: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Background</a:t>
            </a:r>
          </a:p>
          <a:p>
            <a:r>
              <a:t>Constituent Assembly</a:t>
            </a:r>
          </a:p>
          <a:p>
            <a:r>
              <a:t>Philosophical Foundations</a:t>
            </a:r>
          </a:p>
          <a:p>
            <a:r>
              <a:t>Preamble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Unit 1: </a:t>
            </a:r>
            <a:r>
              <a:rPr lang="en-US" dirty="0"/>
              <a:t>foundation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Fundamental Rights</a:t>
            </a:r>
          </a:p>
          <a:p>
            <a:r>
              <a:t>Directive Principles of State Policy</a:t>
            </a:r>
          </a:p>
          <a:p>
            <a:r>
              <a:t>Fundamental Duties</a:t>
            </a:r>
          </a:p>
          <a:p>
            <a:r>
              <a:t>Citizenship</a:t>
            </a:r>
          </a:p>
          <a:p>
            <a:r>
              <a:t>Constitutional Remedies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Unit 2</a:t>
            </a:r>
            <a:r>
              <a:rPr lang="en-US" dirty="0"/>
              <a:t>.1 </a:t>
            </a:r>
            <a:r>
              <a:rPr dirty="0"/>
              <a:t>Union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President</a:t>
            </a:r>
          </a:p>
          <a:p>
            <a:r>
              <a:t>Vice-President</a:t>
            </a:r>
          </a:p>
          <a:p>
            <a:r>
              <a:t>Prime Minister</a:t>
            </a:r>
          </a:p>
          <a:p>
            <a:r>
              <a:t>Council of Ministers</a:t>
            </a:r>
          </a:p>
          <a:p>
            <a:r>
              <a:t>Parliament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Unit 2</a:t>
            </a:r>
            <a:r>
              <a:rPr lang="en-US" dirty="0"/>
              <a:t>.2 </a:t>
            </a:r>
            <a:r>
              <a:rPr dirty="0"/>
              <a:t>: Judiciary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Supreme Court of India</a:t>
            </a:r>
          </a:p>
          <a:p>
            <a:r>
              <a:t>Judicial Review</a:t>
            </a:r>
          </a:p>
          <a:p>
            <a:r>
              <a:t>Role of Judiciary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Unit 3</a:t>
            </a:r>
            <a:r>
              <a:rPr lang="en-US" dirty="0"/>
              <a:t>.1</a:t>
            </a:r>
            <a:r>
              <a:rPr dirty="0"/>
              <a:t>: State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Governor</a:t>
            </a:r>
          </a:p>
          <a:p>
            <a:r>
              <a:t>Chief Minister</a:t>
            </a:r>
          </a:p>
          <a:p>
            <a:r>
              <a:t>State Cabinet</a:t>
            </a:r>
          </a:p>
          <a:p>
            <a:r>
              <a:t>State Legislature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Unit 3</a:t>
            </a:r>
            <a:r>
              <a:rPr lang="en-US" dirty="0"/>
              <a:t>.2</a:t>
            </a:r>
            <a:r>
              <a:rPr dirty="0"/>
              <a:t>: State Judiciary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Courts</a:t>
            </a:r>
          </a:p>
          <a:p>
            <a:r>
              <a:t>Subordinate Courts</a:t>
            </a:r>
          </a:p>
          <a:p>
            <a:r>
              <a:t>Judicial System in States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Lectures • Discussions • Flipped Classroom</a:t>
            </a:r>
          </a:p>
          <a:p>
            <a:r>
              <a:t>Quizzes • Student Presentations • Debates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 75% attendance mandatory to appear for End Semester Examination.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Examination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• One End Semester Examination</a:t>
            </a:r>
          </a:p>
          <a:p>
            <a:r>
              <a:rPr dirty="0"/>
              <a:t>• MCQ-Based Question Paper</a:t>
            </a:r>
          </a:p>
          <a:p>
            <a:r>
              <a:rPr dirty="0"/>
              <a:t>• 50 Questions</a:t>
            </a:r>
          </a:p>
          <a:p>
            <a:r>
              <a:rPr dirty="0"/>
              <a:t>• Total Marks: 100</a:t>
            </a:r>
          </a:p>
          <a:p>
            <a:r>
              <a:rPr dirty="0"/>
              <a:t>• Pass Marks: 40</a:t>
            </a:r>
          </a:p>
          <a:p>
            <a:r>
              <a:rPr dirty="0"/>
              <a:t>• No-Credit Compulsory Course</a:t>
            </a:r>
          </a:p>
          <a:p>
            <a:r>
              <a:rPr dirty="0"/>
              <a:t>• Passing the exam is mandatory</a:t>
            </a:r>
          </a:p>
          <a:p>
            <a:r>
              <a:rPr dirty="0"/>
              <a:t>• Result will be withheld if </a:t>
            </a:r>
            <a:r>
              <a:rPr lang="en-US" dirty="0"/>
              <a:t>failed to score 40 marks</a:t>
            </a:r>
            <a:endParaRPr dirty="0"/>
          </a:p>
          <a:p>
            <a:r>
              <a:rPr dirty="0"/>
              <a:t>• No Re-Examination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125</TotalTime>
  <Words>213</Words>
  <Application>Microsoft Macintosh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Indian Constitution</vt:lpstr>
      <vt:lpstr>Course Overview</vt:lpstr>
      <vt:lpstr>Course Outcomes</vt:lpstr>
      <vt:lpstr>Concept Map</vt:lpstr>
      <vt:lpstr>Unit 1: Foundation</vt:lpstr>
      <vt:lpstr>Unit 1: foundation</vt:lpstr>
      <vt:lpstr>Unit 2.1 Union Government</vt:lpstr>
      <vt:lpstr>Unit 2.2 : Judiciary</vt:lpstr>
      <vt:lpstr>Unit 3.1: State Government</vt:lpstr>
      <vt:lpstr>Unit 3.2: State Judiciary</vt:lpstr>
      <vt:lpstr>Teaching Methodology</vt:lpstr>
      <vt:lpstr>Attendance Requirement</vt:lpstr>
      <vt:lpstr>Examination Pattern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Ambadi Narayanan</cp:lastModifiedBy>
  <cp:revision>2</cp:revision>
  <dcterms:created xsi:type="dcterms:W3CDTF">2013-01-27T09:14:16Z</dcterms:created>
  <dcterms:modified xsi:type="dcterms:W3CDTF">2026-08-14T06:32:50Z</dcterms:modified>
  <cp:category/>
</cp:coreProperties>
</file>